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CCCC"/>
    <a:srgbClr val="FAECF8"/>
    <a:srgbClr val="00B0F0"/>
    <a:srgbClr val="FFFFCC"/>
    <a:srgbClr val="D8E5D3"/>
    <a:srgbClr val="FFFF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D94B0E-0570-4547-B70D-663C7220D6AF}" v="8" dt="2025-12-12T04:42:54.6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39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a Murari" userId="f6a576e164f738b0" providerId="LiveId" clId="{5D34036A-79AC-4E8E-987E-98816EE491B4}"/>
    <pc:docChg chg="undo custSel addSld delSld modSld">
      <pc:chgData name="Akshaya Murari" userId="f6a576e164f738b0" providerId="LiveId" clId="{5D34036A-79AC-4E8E-987E-98816EE491B4}" dt="2025-12-12T04:42:54.614" v="6257" actId="478"/>
      <pc:docMkLst>
        <pc:docMk/>
      </pc:docMkLst>
      <pc:sldChg chg="addSp delSp modSp mod">
        <pc:chgData name="Akshaya Murari" userId="f6a576e164f738b0" providerId="LiveId" clId="{5D34036A-79AC-4E8E-987E-98816EE491B4}" dt="2025-12-12T04:40:42.492" v="6216" actId="20577"/>
        <pc:sldMkLst>
          <pc:docMk/>
          <pc:sldMk cId="2218014589" sldId="256"/>
        </pc:sldMkLst>
        <pc:spChg chg="mod">
          <ac:chgData name="Akshaya Murari" userId="f6a576e164f738b0" providerId="LiveId" clId="{5D34036A-79AC-4E8E-987E-98816EE491B4}" dt="2025-12-12T04:40:42.492" v="6216" actId="20577"/>
          <ac:spMkLst>
            <pc:docMk/>
            <pc:sldMk cId="2218014589" sldId="256"/>
            <ac:spMk id="2" creationId="{398D20DA-6E58-CB2C-00E5-13748A475294}"/>
          </ac:spMkLst>
        </pc:spChg>
        <pc:spChg chg="mod">
          <ac:chgData name="Akshaya Murari" userId="f6a576e164f738b0" providerId="LiveId" clId="{5D34036A-79AC-4E8E-987E-98816EE491B4}" dt="2025-11-30T13:29:59.354" v="6055" actId="2085"/>
          <ac:spMkLst>
            <pc:docMk/>
            <pc:sldMk cId="2218014589" sldId="256"/>
            <ac:spMk id="6" creationId="{AFE7D8CD-A310-50CD-4FFA-357BE73C25B7}"/>
          </ac:spMkLst>
        </pc:spChg>
        <pc:picChg chg="del mod">
          <ac:chgData name="Akshaya Murari" userId="f6a576e164f738b0" providerId="LiveId" clId="{5D34036A-79AC-4E8E-987E-98816EE491B4}" dt="2025-12-12T04:40:10.696" v="6189" actId="478"/>
          <ac:picMkLst>
            <pc:docMk/>
            <pc:sldMk cId="2218014589" sldId="256"/>
            <ac:picMk id="4" creationId="{5EBDF1E4-7577-5450-9DD5-7E0718470CFD}"/>
          </ac:picMkLst>
        </pc:picChg>
        <pc:picChg chg="add mod">
          <ac:chgData name="Akshaya Murari" userId="f6a576e164f738b0" providerId="LiveId" clId="{5D34036A-79AC-4E8E-987E-98816EE491B4}" dt="2025-12-12T04:40:37.347" v="6205" actId="1076"/>
          <ac:picMkLst>
            <pc:docMk/>
            <pc:sldMk cId="2218014589" sldId="256"/>
            <ac:picMk id="5" creationId="{9203B476-55DC-A08B-033A-1CF059EC21BB}"/>
          </ac:picMkLst>
        </pc:picChg>
        <pc:picChg chg="add del mod">
          <ac:chgData name="Akshaya Murari" userId="f6a576e164f738b0" providerId="LiveId" clId="{5D34036A-79AC-4E8E-987E-98816EE491B4}" dt="2025-12-12T04:40:12.707" v="6190" actId="478"/>
          <ac:picMkLst>
            <pc:docMk/>
            <pc:sldMk cId="2218014589" sldId="256"/>
            <ac:picMk id="5122" creationId="{2FC705AA-55D3-2ADD-9483-0565A8EECABA}"/>
          </ac:picMkLst>
        </pc:picChg>
      </pc:sldChg>
      <pc:sldChg chg="addSp delSp modSp mod">
        <pc:chgData name="Akshaya Murari" userId="f6a576e164f738b0" providerId="LiveId" clId="{5D34036A-79AC-4E8E-987E-98816EE491B4}" dt="2025-12-12T04:40:55.727" v="6238" actId="313"/>
        <pc:sldMkLst>
          <pc:docMk/>
          <pc:sldMk cId="846335712" sldId="257"/>
        </pc:sldMkLst>
        <pc:spChg chg="mod">
          <ac:chgData name="Akshaya Murari" userId="f6a576e164f738b0" providerId="LiveId" clId="{5D34036A-79AC-4E8E-987E-98816EE491B4}" dt="2025-11-30T13:14:58.409" v="5238" actId="1035"/>
          <ac:spMkLst>
            <pc:docMk/>
            <pc:sldMk cId="846335712" sldId="257"/>
            <ac:spMk id="2" creationId="{12B91434-68EF-34A6-E3D0-54802CF0F462}"/>
          </ac:spMkLst>
        </pc:spChg>
        <pc:spChg chg="mod">
          <ac:chgData name="Akshaya Murari" userId="f6a576e164f738b0" providerId="LiveId" clId="{5D34036A-79AC-4E8E-987E-98816EE491B4}" dt="2025-12-12T04:40:55.727" v="6238" actId="313"/>
          <ac:spMkLst>
            <pc:docMk/>
            <pc:sldMk cId="846335712" sldId="257"/>
            <ac:spMk id="4" creationId="{56DC5066-8428-6279-0A0B-14E306DFB1C7}"/>
          </ac:spMkLst>
        </pc:spChg>
        <pc:spChg chg="add mod">
          <ac:chgData name="Akshaya Murari" userId="f6a576e164f738b0" providerId="LiveId" clId="{5D34036A-79AC-4E8E-987E-98816EE491B4}" dt="2025-11-30T13:27:22.237" v="6026" actId="1036"/>
          <ac:spMkLst>
            <pc:docMk/>
            <pc:sldMk cId="846335712" sldId="257"/>
            <ac:spMk id="7" creationId="{8CC6C2AB-BD26-00C6-0404-B63B684EBE14}"/>
          </ac:spMkLst>
        </pc:spChg>
        <pc:spChg chg="add mod">
          <ac:chgData name="Akshaya Murari" userId="f6a576e164f738b0" providerId="LiveId" clId="{5D34036A-79AC-4E8E-987E-98816EE491B4}" dt="2025-11-30T13:27:38.717" v="6036" actId="14100"/>
          <ac:spMkLst>
            <pc:docMk/>
            <pc:sldMk cId="846335712" sldId="257"/>
            <ac:spMk id="9" creationId="{C4CAA5AA-9BB1-5911-9D8B-4B355C403DA8}"/>
          </ac:spMkLst>
        </pc:spChg>
        <pc:spChg chg="add mod">
          <ac:chgData name="Akshaya Murari" userId="f6a576e164f738b0" providerId="LiveId" clId="{5D34036A-79AC-4E8E-987E-98816EE491B4}" dt="2025-11-30T13:27:22.237" v="6026" actId="1036"/>
          <ac:spMkLst>
            <pc:docMk/>
            <pc:sldMk cId="846335712" sldId="257"/>
            <ac:spMk id="10" creationId="{DAD9DA85-9348-952F-4F46-D7F495C6DCAB}"/>
          </ac:spMkLst>
        </pc:spChg>
        <pc:spChg chg="add mod">
          <ac:chgData name="Akshaya Murari" userId="f6a576e164f738b0" providerId="LiveId" clId="{5D34036A-79AC-4E8E-987E-98816EE491B4}" dt="2025-11-30T13:27:38.717" v="6036" actId="14100"/>
          <ac:spMkLst>
            <pc:docMk/>
            <pc:sldMk cId="846335712" sldId="257"/>
            <ac:spMk id="12" creationId="{EAB42F4A-570C-4ADC-A375-FD9CFEF9B02A}"/>
          </ac:spMkLst>
        </pc:spChg>
        <pc:spChg chg="add mod">
          <ac:chgData name="Akshaya Murari" userId="f6a576e164f738b0" providerId="LiveId" clId="{5D34036A-79AC-4E8E-987E-98816EE491B4}" dt="2025-11-30T13:27:22.237" v="6026" actId="1036"/>
          <ac:spMkLst>
            <pc:docMk/>
            <pc:sldMk cId="846335712" sldId="257"/>
            <ac:spMk id="13" creationId="{821528EC-68B2-D5F9-9C8B-E5B9CD6E4594}"/>
          </ac:spMkLst>
        </pc:spChg>
        <pc:spChg chg="add mod">
          <ac:chgData name="Akshaya Murari" userId="f6a576e164f738b0" providerId="LiveId" clId="{5D34036A-79AC-4E8E-987E-98816EE491B4}" dt="2025-11-30T13:28:34.639" v="6045" actId="113"/>
          <ac:spMkLst>
            <pc:docMk/>
            <pc:sldMk cId="846335712" sldId="257"/>
            <ac:spMk id="15" creationId="{154038CB-E37D-6B68-C7E5-1E88B05E2ADB}"/>
          </ac:spMkLst>
        </pc:spChg>
        <pc:spChg chg="add mod">
          <ac:chgData name="Akshaya Murari" userId="f6a576e164f738b0" providerId="LiveId" clId="{5D34036A-79AC-4E8E-987E-98816EE491B4}" dt="2025-11-30T13:27:22.237" v="6026" actId="1036"/>
          <ac:spMkLst>
            <pc:docMk/>
            <pc:sldMk cId="846335712" sldId="257"/>
            <ac:spMk id="16" creationId="{E45A0CE2-03CF-6244-BA6F-585FF6A8DA76}"/>
          </ac:spMkLst>
        </pc:spChg>
        <pc:spChg chg="add mod">
          <ac:chgData name="Akshaya Murari" userId="f6a576e164f738b0" providerId="LiveId" clId="{5D34036A-79AC-4E8E-987E-98816EE491B4}" dt="2025-11-30T13:27:22.237" v="6026" actId="1036"/>
          <ac:spMkLst>
            <pc:docMk/>
            <pc:sldMk cId="846335712" sldId="257"/>
            <ac:spMk id="18" creationId="{DCF9B387-2B70-D6E6-2701-A523A486F543}"/>
          </ac:spMkLst>
        </pc:spChg>
        <pc:spChg chg="add mod">
          <ac:chgData name="Akshaya Murari" userId="f6a576e164f738b0" providerId="LiveId" clId="{5D34036A-79AC-4E8E-987E-98816EE491B4}" dt="2025-11-30T13:27:38.717" v="6036" actId="14100"/>
          <ac:spMkLst>
            <pc:docMk/>
            <pc:sldMk cId="846335712" sldId="257"/>
            <ac:spMk id="19" creationId="{50676A5F-0614-23F6-24EC-CEC8B6F62216}"/>
          </ac:spMkLst>
        </pc:spChg>
        <pc:picChg chg="add mod">
          <ac:chgData name="Akshaya Murari" userId="f6a576e164f738b0" providerId="LiveId" clId="{5D34036A-79AC-4E8E-987E-98816EE491B4}" dt="2025-11-30T13:27:07.914" v="5994" actId="1037"/>
          <ac:picMkLst>
            <pc:docMk/>
            <pc:sldMk cId="846335712" sldId="257"/>
            <ac:picMk id="21" creationId="{F1C4D5E3-E15F-E1AB-F884-46AAB0C21976}"/>
          </ac:picMkLst>
        </pc:picChg>
        <pc:picChg chg="add mod">
          <ac:chgData name="Akshaya Murari" userId="f6a576e164f738b0" providerId="LiveId" clId="{5D34036A-79AC-4E8E-987E-98816EE491B4}" dt="2025-11-30T13:27:07.914" v="5994" actId="1037"/>
          <ac:picMkLst>
            <pc:docMk/>
            <pc:sldMk cId="846335712" sldId="257"/>
            <ac:picMk id="23" creationId="{3E50AB5F-1175-44A3-3385-7F15A8E6BA1F}"/>
          </ac:picMkLst>
        </pc:picChg>
        <pc:picChg chg="add mod">
          <ac:chgData name="Akshaya Murari" userId="f6a576e164f738b0" providerId="LiveId" clId="{5D34036A-79AC-4E8E-987E-98816EE491B4}" dt="2025-11-30T13:27:07.914" v="5994" actId="1037"/>
          <ac:picMkLst>
            <pc:docMk/>
            <pc:sldMk cId="846335712" sldId="257"/>
            <ac:picMk id="25" creationId="{2135ECE8-7F9F-9D6D-0A96-E9176B976091}"/>
          </ac:picMkLst>
        </pc:picChg>
        <pc:picChg chg="add mod">
          <ac:chgData name="Akshaya Murari" userId="f6a576e164f738b0" providerId="LiveId" clId="{5D34036A-79AC-4E8E-987E-98816EE491B4}" dt="2025-11-30T13:27:07.914" v="5994" actId="1037"/>
          <ac:picMkLst>
            <pc:docMk/>
            <pc:sldMk cId="846335712" sldId="257"/>
            <ac:picMk id="27" creationId="{FE9FBBEA-E36D-75A9-4361-D5D7DF95D6E0}"/>
          </ac:picMkLst>
        </pc:picChg>
        <pc:picChg chg="add mod">
          <ac:chgData name="Akshaya Murari" userId="f6a576e164f738b0" providerId="LiveId" clId="{5D34036A-79AC-4E8E-987E-98816EE491B4}" dt="2025-11-30T13:27:07.914" v="5994" actId="1037"/>
          <ac:picMkLst>
            <pc:docMk/>
            <pc:sldMk cId="846335712" sldId="257"/>
            <ac:picMk id="29" creationId="{4F51CF00-117F-B879-4C31-51C8C864DB2A}"/>
          </ac:picMkLst>
        </pc:picChg>
        <pc:picChg chg="add del mod">
          <ac:chgData name="Akshaya Murari" userId="f6a576e164f738b0" providerId="LiveId" clId="{5D34036A-79AC-4E8E-987E-98816EE491B4}" dt="2025-12-12T04:40:46.706" v="6217" actId="478"/>
          <ac:picMkLst>
            <pc:docMk/>
            <pc:sldMk cId="846335712" sldId="257"/>
            <ac:picMk id="30" creationId="{156CAD83-E31F-20C0-E521-88DB19B7866E}"/>
          </ac:picMkLst>
        </pc:picChg>
        <pc:cxnChg chg="add mod">
          <ac:chgData name="Akshaya Murari" userId="f6a576e164f738b0" providerId="LiveId" clId="{5D34036A-79AC-4E8E-987E-98816EE491B4}" dt="2025-11-30T13:17:07.293" v="5346" actId="1076"/>
          <ac:cxnSpMkLst>
            <pc:docMk/>
            <pc:sldMk cId="846335712" sldId="257"/>
            <ac:cxnSpMk id="8" creationId="{2DBDE1EA-F00C-B4DF-1520-1BA904DFD193}"/>
          </ac:cxnSpMkLst>
        </pc:cxnChg>
        <pc:cxnChg chg="add mod">
          <ac:chgData name="Akshaya Murari" userId="f6a576e164f738b0" providerId="LiveId" clId="{5D34036A-79AC-4E8E-987E-98816EE491B4}" dt="2025-11-30T13:17:09.759" v="5347" actId="571"/>
          <ac:cxnSpMkLst>
            <pc:docMk/>
            <pc:sldMk cId="846335712" sldId="257"/>
            <ac:cxnSpMk id="11" creationId="{3CB0BBC7-BE9D-48B0-81AD-178B02D982B1}"/>
          </ac:cxnSpMkLst>
        </pc:cxnChg>
        <pc:cxnChg chg="add mod">
          <ac:chgData name="Akshaya Murari" userId="f6a576e164f738b0" providerId="LiveId" clId="{5D34036A-79AC-4E8E-987E-98816EE491B4}" dt="2025-11-30T13:18:28.132" v="5419" actId="571"/>
          <ac:cxnSpMkLst>
            <pc:docMk/>
            <pc:sldMk cId="846335712" sldId="257"/>
            <ac:cxnSpMk id="14" creationId="{A0B26333-4BC0-E658-D0E0-C69CFD668B12}"/>
          </ac:cxnSpMkLst>
        </pc:cxnChg>
        <pc:cxnChg chg="add mod">
          <ac:chgData name="Akshaya Murari" userId="f6a576e164f738b0" providerId="LiveId" clId="{5D34036A-79AC-4E8E-987E-98816EE491B4}" dt="2025-11-30T13:21:03.297" v="5718" actId="1035"/>
          <ac:cxnSpMkLst>
            <pc:docMk/>
            <pc:sldMk cId="846335712" sldId="257"/>
            <ac:cxnSpMk id="17" creationId="{5257E5DC-C7D9-3EB0-62F6-D57FEFDB2791}"/>
          </ac:cxnSpMkLst>
        </pc:cxnChg>
      </pc:sldChg>
      <pc:sldChg chg="delSp modSp mod">
        <pc:chgData name="Akshaya Murari" userId="f6a576e164f738b0" providerId="LiveId" clId="{5D34036A-79AC-4E8E-987E-98816EE491B4}" dt="2025-12-12T04:41:49.106" v="6248" actId="27918"/>
        <pc:sldMkLst>
          <pc:docMk/>
          <pc:sldMk cId="2550392935" sldId="258"/>
        </pc:sldMkLst>
        <pc:spChg chg="mod">
          <ac:chgData name="Akshaya Murari" userId="f6a576e164f738b0" providerId="LiveId" clId="{5D34036A-79AC-4E8E-987E-98816EE491B4}" dt="2025-12-01T03:51:45.998" v="6172" actId="20577"/>
          <ac:spMkLst>
            <pc:docMk/>
            <pc:sldMk cId="2550392935" sldId="258"/>
            <ac:spMk id="28" creationId="{33D04392-4971-7DD5-BF3A-12B42397CD42}"/>
          </ac:spMkLst>
        </pc:spChg>
        <pc:graphicFrameChg chg="mod">
          <ac:chgData name="Akshaya Murari" userId="f6a576e164f738b0" providerId="LiveId" clId="{5D34036A-79AC-4E8E-987E-98816EE491B4}" dt="2025-12-01T03:51:33.464" v="6155" actId="20577"/>
          <ac:graphicFrameMkLst>
            <pc:docMk/>
            <pc:sldMk cId="2550392935" sldId="258"/>
            <ac:graphicFrameMk id="18" creationId="{47CAC41A-B61B-37C4-251E-89595B59B68A}"/>
          </ac:graphicFrameMkLst>
        </pc:graphicFrameChg>
        <pc:picChg chg="del">
          <ac:chgData name="Akshaya Murari" userId="f6a576e164f738b0" providerId="LiveId" clId="{5D34036A-79AC-4E8E-987E-98816EE491B4}" dt="2025-12-12T04:41:08.623" v="6239" actId="478"/>
          <ac:picMkLst>
            <pc:docMk/>
            <pc:sldMk cId="2550392935" sldId="258"/>
            <ac:picMk id="34" creationId="{E25AC10E-A00F-6343-7A82-1AA4FEE7A2EC}"/>
          </ac:picMkLst>
        </pc:picChg>
      </pc:sldChg>
      <pc:sldChg chg="delSp modSp mod">
        <pc:chgData name="Akshaya Murari" userId="f6a576e164f738b0" providerId="LiveId" clId="{5D34036A-79AC-4E8E-987E-98816EE491B4}" dt="2025-12-12T04:42:37.310" v="6255" actId="478"/>
        <pc:sldMkLst>
          <pc:docMk/>
          <pc:sldMk cId="1472129674" sldId="259"/>
        </pc:sldMkLst>
        <pc:spChg chg="mod">
          <ac:chgData name="Akshaya Murari" userId="f6a576e164f738b0" providerId="LiveId" clId="{5D34036A-79AC-4E8E-987E-98816EE491B4}" dt="2025-12-01T03:53:54.675" v="6188" actId="20577"/>
          <ac:spMkLst>
            <pc:docMk/>
            <pc:sldMk cId="1472129674" sldId="259"/>
            <ac:spMk id="10" creationId="{5B5404FC-ADB7-F596-F672-29A2005E4332}"/>
          </ac:spMkLst>
        </pc:spChg>
        <pc:spChg chg="mod">
          <ac:chgData name="Akshaya Murari" userId="f6a576e164f738b0" providerId="LiveId" clId="{5D34036A-79AC-4E8E-987E-98816EE491B4}" dt="2025-12-01T03:52:07.255" v="6174" actId="20577"/>
          <ac:spMkLst>
            <pc:docMk/>
            <pc:sldMk cId="1472129674" sldId="259"/>
            <ac:spMk id="23" creationId="{442D0051-51F7-C2A3-5189-4EA8F83B5B4C}"/>
          </ac:spMkLst>
        </pc:spChg>
        <pc:picChg chg="del">
          <ac:chgData name="Akshaya Murari" userId="f6a576e164f738b0" providerId="LiveId" clId="{5D34036A-79AC-4E8E-987E-98816EE491B4}" dt="2025-12-12T04:42:37.310" v="6255" actId="478"/>
          <ac:picMkLst>
            <pc:docMk/>
            <pc:sldMk cId="1472129674" sldId="259"/>
            <ac:picMk id="9" creationId="{8F5B80CC-BC1F-D41D-66A0-51A45CCBBF63}"/>
          </ac:picMkLst>
        </pc:picChg>
      </pc:sldChg>
      <pc:sldChg chg="addSp delSp modSp mod">
        <pc:chgData name="Akshaya Murari" userId="f6a576e164f738b0" providerId="LiveId" clId="{5D34036A-79AC-4E8E-987E-98816EE491B4}" dt="2025-12-12T04:42:41.261" v="6256" actId="478"/>
        <pc:sldMkLst>
          <pc:docMk/>
          <pc:sldMk cId="2088761101" sldId="260"/>
        </pc:sldMkLst>
        <pc:spChg chg="mod">
          <ac:chgData name="Akshaya Murari" userId="f6a576e164f738b0" providerId="LiveId" clId="{5D34036A-79AC-4E8E-987E-98816EE491B4}" dt="2025-11-30T11:16:16.774" v="2126" actId="1076"/>
          <ac:spMkLst>
            <pc:docMk/>
            <pc:sldMk cId="2088761101" sldId="260"/>
            <ac:spMk id="4" creationId="{608FE48C-20E4-AE29-BED4-D8CF49ABCB61}"/>
          </ac:spMkLst>
        </pc:spChg>
        <pc:spChg chg="mod">
          <ac:chgData name="Akshaya Murari" userId="f6a576e164f738b0" providerId="LiveId" clId="{5D34036A-79AC-4E8E-987E-98816EE491B4}" dt="2025-11-30T11:10:52.436" v="1810" actId="14100"/>
          <ac:spMkLst>
            <pc:docMk/>
            <pc:sldMk cId="2088761101" sldId="260"/>
            <ac:spMk id="9" creationId="{35D2277F-3207-3AEC-1871-038355E9B74D}"/>
          </ac:spMkLst>
        </pc:spChg>
        <pc:spChg chg="mod">
          <ac:chgData name="Akshaya Murari" userId="f6a576e164f738b0" providerId="LiveId" clId="{5D34036A-79AC-4E8E-987E-98816EE491B4}" dt="2025-11-30T11:27:05.175" v="2783" actId="20577"/>
          <ac:spMkLst>
            <pc:docMk/>
            <pc:sldMk cId="2088761101" sldId="260"/>
            <ac:spMk id="10" creationId="{C29EFC50-16AB-69D1-E8F9-D593EFFBA689}"/>
          </ac:spMkLst>
        </pc:spChg>
        <pc:spChg chg="add mod">
          <ac:chgData name="Akshaya Murari" userId="f6a576e164f738b0" providerId="LiveId" clId="{5D34036A-79AC-4E8E-987E-98816EE491B4}" dt="2025-11-30T11:10:35.726" v="1790" actId="1035"/>
          <ac:spMkLst>
            <pc:docMk/>
            <pc:sldMk cId="2088761101" sldId="260"/>
            <ac:spMk id="17" creationId="{3C5E4732-ECFA-F103-5832-0F2BEDC9191D}"/>
          </ac:spMkLst>
        </pc:spChg>
        <pc:spChg chg="add mod">
          <ac:chgData name="Akshaya Murari" userId="f6a576e164f738b0" providerId="LiveId" clId="{5D34036A-79AC-4E8E-987E-98816EE491B4}" dt="2025-11-30T11:10:35.726" v="1790" actId="1035"/>
          <ac:spMkLst>
            <pc:docMk/>
            <pc:sldMk cId="2088761101" sldId="260"/>
            <ac:spMk id="33" creationId="{A0DC9A05-BB3E-2614-A14F-8EE2519D7B21}"/>
          </ac:spMkLst>
        </pc:spChg>
        <pc:spChg chg="add mod">
          <ac:chgData name="Akshaya Murari" userId="f6a576e164f738b0" providerId="LiveId" clId="{5D34036A-79AC-4E8E-987E-98816EE491B4}" dt="2025-11-30T11:10:35.726" v="1790" actId="1035"/>
          <ac:spMkLst>
            <pc:docMk/>
            <pc:sldMk cId="2088761101" sldId="260"/>
            <ac:spMk id="34" creationId="{32E14E49-37FB-29F1-62CD-87B72BC83872}"/>
          </ac:spMkLst>
        </pc:spChg>
        <pc:spChg chg="add mod">
          <ac:chgData name="Akshaya Murari" userId="f6a576e164f738b0" providerId="LiveId" clId="{5D34036A-79AC-4E8E-987E-98816EE491B4}" dt="2025-11-30T11:10:35.726" v="1790" actId="1035"/>
          <ac:spMkLst>
            <pc:docMk/>
            <pc:sldMk cId="2088761101" sldId="260"/>
            <ac:spMk id="35" creationId="{A0CA4FA8-2674-EF13-25FC-252495CF85DC}"/>
          </ac:spMkLst>
        </pc:spChg>
        <pc:spChg chg="add mod">
          <ac:chgData name="Akshaya Murari" userId="f6a576e164f738b0" providerId="LiveId" clId="{5D34036A-79AC-4E8E-987E-98816EE491B4}" dt="2025-11-30T11:10:35.726" v="1790" actId="1035"/>
          <ac:spMkLst>
            <pc:docMk/>
            <pc:sldMk cId="2088761101" sldId="260"/>
            <ac:spMk id="36" creationId="{68D14197-5CDE-E1BF-994D-2DA6D4152276}"/>
          </ac:spMkLst>
        </pc:spChg>
        <pc:spChg chg="add mod ord">
          <ac:chgData name="Akshaya Murari" userId="f6a576e164f738b0" providerId="LiveId" clId="{5D34036A-79AC-4E8E-987E-98816EE491B4}" dt="2025-11-30T11:10:35.726" v="1790" actId="1035"/>
          <ac:spMkLst>
            <pc:docMk/>
            <pc:sldMk cId="2088761101" sldId="260"/>
            <ac:spMk id="37" creationId="{B709A651-29BD-CC7C-C398-E45900AB0300}"/>
          </ac:spMkLst>
        </pc:spChg>
        <pc:spChg chg="add mod">
          <ac:chgData name="Akshaya Murari" userId="f6a576e164f738b0" providerId="LiveId" clId="{5D34036A-79AC-4E8E-987E-98816EE491B4}" dt="2025-11-30T11:10:35.726" v="1790" actId="1035"/>
          <ac:spMkLst>
            <pc:docMk/>
            <pc:sldMk cId="2088761101" sldId="260"/>
            <ac:spMk id="38" creationId="{7901343E-1378-0AF9-7D3F-42FFF85990A4}"/>
          </ac:spMkLst>
        </pc:spChg>
        <pc:spChg chg="add mod">
          <ac:chgData name="Akshaya Murari" userId="f6a576e164f738b0" providerId="LiveId" clId="{5D34036A-79AC-4E8E-987E-98816EE491B4}" dt="2025-11-30T11:10:35.726" v="1790" actId="1035"/>
          <ac:spMkLst>
            <pc:docMk/>
            <pc:sldMk cId="2088761101" sldId="260"/>
            <ac:spMk id="39" creationId="{D4A017A3-28D6-911F-E359-D7ACFB30C775}"/>
          </ac:spMkLst>
        </pc:spChg>
        <pc:spChg chg="add mod">
          <ac:chgData name="Akshaya Murari" userId="f6a576e164f738b0" providerId="LiveId" clId="{5D34036A-79AC-4E8E-987E-98816EE491B4}" dt="2025-11-30T11:10:35.726" v="1790" actId="1035"/>
          <ac:spMkLst>
            <pc:docMk/>
            <pc:sldMk cId="2088761101" sldId="260"/>
            <ac:spMk id="40" creationId="{398DB8E1-E78B-AC5E-77F1-D3183628F586}"/>
          </ac:spMkLst>
        </pc:spChg>
        <pc:spChg chg="add mod">
          <ac:chgData name="Akshaya Murari" userId="f6a576e164f738b0" providerId="LiveId" clId="{5D34036A-79AC-4E8E-987E-98816EE491B4}" dt="2025-11-30T10:30:05.883" v="300" actId="164"/>
          <ac:spMkLst>
            <pc:docMk/>
            <pc:sldMk cId="2088761101" sldId="260"/>
            <ac:spMk id="41" creationId="{F2924CBC-B98C-8F81-003E-38B3C2E3B367}"/>
          </ac:spMkLst>
        </pc:spChg>
        <pc:spChg chg="add mod">
          <ac:chgData name="Akshaya Murari" userId="f6a576e164f738b0" providerId="LiveId" clId="{5D34036A-79AC-4E8E-987E-98816EE491B4}" dt="2025-11-30T10:51:39.366" v="714" actId="1035"/>
          <ac:spMkLst>
            <pc:docMk/>
            <pc:sldMk cId="2088761101" sldId="260"/>
            <ac:spMk id="42" creationId="{541D26F0-3963-008A-B367-F5357AF0BEF1}"/>
          </ac:spMkLst>
        </pc:spChg>
        <pc:spChg chg="mod">
          <ac:chgData name="Akshaya Murari" userId="f6a576e164f738b0" providerId="LiveId" clId="{5D34036A-79AC-4E8E-987E-98816EE491B4}" dt="2025-11-30T10:52:10.970" v="725" actId="571"/>
          <ac:spMkLst>
            <pc:docMk/>
            <pc:sldMk cId="2088761101" sldId="260"/>
            <ac:spMk id="135" creationId="{7E631FE9-2E70-71EC-D26E-C8ED9C185580}"/>
          </ac:spMkLst>
        </pc:spChg>
        <pc:spChg chg="mod">
          <ac:chgData name="Akshaya Murari" userId="f6a576e164f738b0" providerId="LiveId" clId="{5D34036A-79AC-4E8E-987E-98816EE491B4}" dt="2025-11-30T10:53:11.531" v="749" actId="20577"/>
          <ac:spMkLst>
            <pc:docMk/>
            <pc:sldMk cId="2088761101" sldId="260"/>
            <ac:spMk id="136" creationId="{4A771949-58AD-0A4F-1377-D21DA9ADA3C7}"/>
          </ac:spMkLst>
        </pc:spChg>
        <pc:spChg chg="mod">
          <ac:chgData name="Akshaya Murari" userId="f6a576e164f738b0" providerId="LiveId" clId="{5D34036A-79AC-4E8E-987E-98816EE491B4}" dt="2025-11-30T10:52:19.357" v="727" actId="571"/>
          <ac:spMkLst>
            <pc:docMk/>
            <pc:sldMk cId="2088761101" sldId="260"/>
            <ac:spMk id="138" creationId="{086307B8-2A78-A03B-866C-C692AC085CED}"/>
          </ac:spMkLst>
        </pc:spChg>
        <pc:spChg chg="mod">
          <ac:chgData name="Akshaya Murari" userId="f6a576e164f738b0" providerId="LiveId" clId="{5D34036A-79AC-4E8E-987E-98816EE491B4}" dt="2025-11-30T10:52:57.471" v="740" actId="20577"/>
          <ac:spMkLst>
            <pc:docMk/>
            <pc:sldMk cId="2088761101" sldId="260"/>
            <ac:spMk id="139" creationId="{3A7C5870-E000-FC5D-3C4D-AE163A60406F}"/>
          </ac:spMkLst>
        </pc:spChg>
        <pc:spChg chg="mod">
          <ac:chgData name="Akshaya Murari" userId="f6a576e164f738b0" providerId="LiveId" clId="{5D34036A-79AC-4E8E-987E-98816EE491B4}" dt="2025-11-30T10:52:26.665" v="730" actId="571"/>
          <ac:spMkLst>
            <pc:docMk/>
            <pc:sldMk cId="2088761101" sldId="260"/>
            <ac:spMk id="141" creationId="{4619CDA9-18C1-F440-2B46-1F560AC59037}"/>
          </ac:spMkLst>
        </pc:spChg>
        <pc:spChg chg="mod">
          <ac:chgData name="Akshaya Murari" userId="f6a576e164f738b0" providerId="LiveId" clId="{5D34036A-79AC-4E8E-987E-98816EE491B4}" dt="2025-11-30T10:53:06.803" v="746" actId="20577"/>
          <ac:spMkLst>
            <pc:docMk/>
            <pc:sldMk cId="2088761101" sldId="260"/>
            <ac:spMk id="142" creationId="{C86C8130-7E1B-FC2F-7C5F-372ECEE54296}"/>
          </ac:spMkLst>
        </pc:spChg>
        <pc:spChg chg="mod">
          <ac:chgData name="Akshaya Murari" userId="f6a576e164f738b0" providerId="LiveId" clId="{5D34036A-79AC-4E8E-987E-98816EE491B4}" dt="2025-11-30T10:52:36.633" v="734" actId="571"/>
          <ac:spMkLst>
            <pc:docMk/>
            <pc:sldMk cId="2088761101" sldId="260"/>
            <ac:spMk id="144" creationId="{C1E83485-A5E1-D0A7-9E16-DD07C926D5CB}"/>
          </ac:spMkLst>
        </pc:spChg>
        <pc:spChg chg="mod">
          <ac:chgData name="Akshaya Murari" userId="f6a576e164f738b0" providerId="LiveId" clId="{5D34036A-79AC-4E8E-987E-98816EE491B4}" dt="2025-11-30T10:53:01.304" v="743" actId="20577"/>
          <ac:spMkLst>
            <pc:docMk/>
            <pc:sldMk cId="2088761101" sldId="260"/>
            <ac:spMk id="145" creationId="{596A5440-019B-07F4-37C7-45E28CE2BE23}"/>
          </ac:spMkLst>
        </pc:spChg>
        <pc:spChg chg="mod">
          <ac:chgData name="Akshaya Murari" userId="f6a576e164f738b0" providerId="LiveId" clId="{5D34036A-79AC-4E8E-987E-98816EE491B4}" dt="2025-11-30T10:53:43.750" v="764" actId="571"/>
          <ac:spMkLst>
            <pc:docMk/>
            <pc:sldMk cId="2088761101" sldId="260"/>
            <ac:spMk id="147" creationId="{6E10124A-C501-09AE-0E5A-E1583B48F220}"/>
          </ac:spMkLst>
        </pc:spChg>
        <pc:spChg chg="mod">
          <ac:chgData name="Akshaya Murari" userId="f6a576e164f738b0" providerId="LiveId" clId="{5D34036A-79AC-4E8E-987E-98816EE491B4}" dt="2025-11-30T10:54:21.709" v="780" actId="20577"/>
          <ac:spMkLst>
            <pc:docMk/>
            <pc:sldMk cId="2088761101" sldId="260"/>
            <ac:spMk id="148" creationId="{D109563D-4721-DF5C-1384-3CC211BCD3DD}"/>
          </ac:spMkLst>
        </pc:spChg>
        <pc:spChg chg="mod">
          <ac:chgData name="Akshaya Murari" userId="f6a576e164f738b0" providerId="LiveId" clId="{5D34036A-79AC-4E8E-987E-98816EE491B4}" dt="2025-11-30T10:53:43.750" v="764" actId="571"/>
          <ac:spMkLst>
            <pc:docMk/>
            <pc:sldMk cId="2088761101" sldId="260"/>
            <ac:spMk id="150" creationId="{420C6E6B-C92D-5281-C4A5-763E167B589B}"/>
          </ac:spMkLst>
        </pc:spChg>
        <pc:spChg chg="mod">
          <ac:chgData name="Akshaya Murari" userId="f6a576e164f738b0" providerId="LiveId" clId="{5D34036A-79AC-4E8E-987E-98816EE491B4}" dt="2025-11-30T10:54:41.785" v="800" actId="20577"/>
          <ac:spMkLst>
            <pc:docMk/>
            <pc:sldMk cId="2088761101" sldId="260"/>
            <ac:spMk id="151" creationId="{EAD6EA8E-5761-97BF-749A-F3C3B8E6A96C}"/>
          </ac:spMkLst>
        </pc:spChg>
        <pc:spChg chg="mod">
          <ac:chgData name="Akshaya Murari" userId="f6a576e164f738b0" providerId="LiveId" clId="{5D34036A-79AC-4E8E-987E-98816EE491B4}" dt="2025-11-30T10:53:43.750" v="764" actId="571"/>
          <ac:spMkLst>
            <pc:docMk/>
            <pc:sldMk cId="2088761101" sldId="260"/>
            <ac:spMk id="153" creationId="{EBD8A0BA-8062-B9EB-6F98-B341D585A494}"/>
          </ac:spMkLst>
        </pc:spChg>
        <pc:spChg chg="mod">
          <ac:chgData name="Akshaya Murari" userId="f6a576e164f738b0" providerId="LiveId" clId="{5D34036A-79AC-4E8E-987E-98816EE491B4}" dt="2025-11-30T10:54:25.040" v="785" actId="20577"/>
          <ac:spMkLst>
            <pc:docMk/>
            <pc:sldMk cId="2088761101" sldId="260"/>
            <ac:spMk id="154" creationId="{42007C3D-4A95-2750-981A-E27DF68BAF59}"/>
          </ac:spMkLst>
        </pc:spChg>
        <pc:spChg chg="mod">
          <ac:chgData name="Akshaya Murari" userId="f6a576e164f738b0" providerId="LiveId" clId="{5D34036A-79AC-4E8E-987E-98816EE491B4}" dt="2025-11-30T10:53:43.750" v="764" actId="571"/>
          <ac:spMkLst>
            <pc:docMk/>
            <pc:sldMk cId="2088761101" sldId="260"/>
            <ac:spMk id="156" creationId="{467A867F-33C1-1639-3EEA-7C09A249908E}"/>
          </ac:spMkLst>
        </pc:spChg>
        <pc:spChg chg="mod">
          <ac:chgData name="Akshaya Murari" userId="f6a576e164f738b0" providerId="LiveId" clId="{5D34036A-79AC-4E8E-987E-98816EE491B4}" dt="2025-11-30T10:54:36.708" v="795" actId="20577"/>
          <ac:spMkLst>
            <pc:docMk/>
            <pc:sldMk cId="2088761101" sldId="260"/>
            <ac:spMk id="157" creationId="{AD6205EF-9E98-EC14-268C-1C687B8F5BFD}"/>
          </ac:spMkLst>
        </pc:spChg>
        <pc:spChg chg="mod">
          <ac:chgData name="Akshaya Murari" userId="f6a576e164f738b0" providerId="LiveId" clId="{5D34036A-79AC-4E8E-987E-98816EE491B4}" dt="2025-11-30T10:54:15.753" v="776" actId="165"/>
          <ac:spMkLst>
            <pc:docMk/>
            <pc:sldMk cId="2088761101" sldId="260"/>
            <ac:spMk id="159" creationId="{2BDF0A31-A0ED-7D65-3086-E798C3DE7C43}"/>
          </ac:spMkLst>
        </pc:spChg>
        <pc:spChg chg="mod">
          <ac:chgData name="Akshaya Murari" userId="f6a576e164f738b0" providerId="LiveId" clId="{5D34036A-79AC-4E8E-987E-98816EE491B4}" dt="2025-11-30T10:54:30.465" v="790" actId="20577"/>
          <ac:spMkLst>
            <pc:docMk/>
            <pc:sldMk cId="2088761101" sldId="260"/>
            <ac:spMk id="160" creationId="{FFE980F3-CBB8-2E07-5176-65991E417C5E}"/>
          </ac:spMkLst>
        </pc:spChg>
        <pc:spChg chg="mod">
          <ac:chgData name="Akshaya Murari" userId="f6a576e164f738b0" providerId="LiveId" clId="{5D34036A-79AC-4E8E-987E-98816EE491B4}" dt="2025-11-30T10:53:50.705" v="769" actId="571"/>
          <ac:spMkLst>
            <pc:docMk/>
            <pc:sldMk cId="2088761101" sldId="260"/>
            <ac:spMk id="162" creationId="{2EC0BFA0-52DF-7E75-ECCE-15876DED0E6B}"/>
          </ac:spMkLst>
        </pc:spChg>
        <pc:spChg chg="mod">
          <ac:chgData name="Akshaya Murari" userId="f6a576e164f738b0" providerId="LiveId" clId="{5D34036A-79AC-4E8E-987E-98816EE491B4}" dt="2025-11-30T10:54:48.782" v="804" actId="20577"/>
          <ac:spMkLst>
            <pc:docMk/>
            <pc:sldMk cId="2088761101" sldId="260"/>
            <ac:spMk id="163" creationId="{976E6F6F-9CD9-C278-8576-815465C12572}"/>
          </ac:spMkLst>
        </pc:spChg>
        <pc:spChg chg="mod">
          <ac:chgData name="Akshaya Murari" userId="f6a576e164f738b0" providerId="LiveId" clId="{5D34036A-79AC-4E8E-987E-98816EE491B4}" dt="2025-11-30T10:53:50.705" v="769" actId="571"/>
          <ac:spMkLst>
            <pc:docMk/>
            <pc:sldMk cId="2088761101" sldId="260"/>
            <ac:spMk id="165" creationId="{FE308552-99F6-2C92-6D57-3CFF5A3859C1}"/>
          </ac:spMkLst>
        </pc:spChg>
        <pc:spChg chg="mod">
          <ac:chgData name="Akshaya Murari" userId="f6a576e164f738b0" providerId="LiveId" clId="{5D34036A-79AC-4E8E-987E-98816EE491B4}" dt="2025-11-30T10:55:04.619" v="822" actId="20577"/>
          <ac:spMkLst>
            <pc:docMk/>
            <pc:sldMk cId="2088761101" sldId="260"/>
            <ac:spMk id="166" creationId="{A7A03BAC-996E-C238-EF43-CDDB225565E0}"/>
          </ac:spMkLst>
        </pc:spChg>
        <pc:spChg chg="mod">
          <ac:chgData name="Akshaya Murari" userId="f6a576e164f738b0" providerId="LiveId" clId="{5D34036A-79AC-4E8E-987E-98816EE491B4}" dt="2025-11-30T10:54:15.753" v="776" actId="165"/>
          <ac:spMkLst>
            <pc:docMk/>
            <pc:sldMk cId="2088761101" sldId="260"/>
            <ac:spMk id="168" creationId="{487D73C4-C699-5373-8732-35814E9BB3BF}"/>
          </ac:spMkLst>
        </pc:spChg>
        <pc:spChg chg="mod">
          <ac:chgData name="Akshaya Murari" userId="f6a576e164f738b0" providerId="LiveId" clId="{5D34036A-79AC-4E8E-987E-98816EE491B4}" dt="2025-11-30T10:54:53.204" v="807" actId="20577"/>
          <ac:spMkLst>
            <pc:docMk/>
            <pc:sldMk cId="2088761101" sldId="260"/>
            <ac:spMk id="169" creationId="{7E43C356-C625-3EA0-34F7-CE01CF6CCE96}"/>
          </ac:spMkLst>
        </pc:spChg>
        <pc:spChg chg="mod">
          <ac:chgData name="Akshaya Murari" userId="f6a576e164f738b0" providerId="LiveId" clId="{5D34036A-79AC-4E8E-987E-98816EE491B4}" dt="2025-11-30T10:54:15.753" v="776" actId="165"/>
          <ac:spMkLst>
            <pc:docMk/>
            <pc:sldMk cId="2088761101" sldId="260"/>
            <ac:spMk id="171" creationId="{CF76D4DB-739D-CB32-5745-5D0C12968712}"/>
          </ac:spMkLst>
        </pc:spChg>
        <pc:spChg chg="mod">
          <ac:chgData name="Akshaya Murari" userId="f6a576e164f738b0" providerId="LiveId" clId="{5D34036A-79AC-4E8E-987E-98816EE491B4}" dt="2025-11-30T10:55:01.879" v="817" actId="20577"/>
          <ac:spMkLst>
            <pc:docMk/>
            <pc:sldMk cId="2088761101" sldId="260"/>
            <ac:spMk id="172" creationId="{ECFE357E-6146-8984-E557-D8D8EE9D8FE3}"/>
          </ac:spMkLst>
        </pc:spChg>
        <pc:spChg chg="mod">
          <ac:chgData name="Akshaya Murari" userId="f6a576e164f738b0" providerId="LiveId" clId="{5D34036A-79AC-4E8E-987E-98816EE491B4}" dt="2025-11-30T10:53:50.705" v="769" actId="571"/>
          <ac:spMkLst>
            <pc:docMk/>
            <pc:sldMk cId="2088761101" sldId="260"/>
            <ac:spMk id="174" creationId="{ED8F9D2F-4056-4751-9D1F-26876B7F25F8}"/>
          </ac:spMkLst>
        </pc:spChg>
        <pc:spChg chg="mod">
          <ac:chgData name="Akshaya Murari" userId="f6a576e164f738b0" providerId="LiveId" clId="{5D34036A-79AC-4E8E-987E-98816EE491B4}" dt="2025-11-30T10:54:56.950" v="812" actId="20577"/>
          <ac:spMkLst>
            <pc:docMk/>
            <pc:sldMk cId="2088761101" sldId="260"/>
            <ac:spMk id="175" creationId="{063433E1-0C15-644B-6484-7246F1E81699}"/>
          </ac:spMkLst>
        </pc:spChg>
        <pc:spChg chg="mod">
          <ac:chgData name="Akshaya Murari" userId="f6a576e164f738b0" providerId="LiveId" clId="{5D34036A-79AC-4E8E-987E-98816EE491B4}" dt="2025-11-30T10:53:53.063" v="770" actId="571"/>
          <ac:spMkLst>
            <pc:docMk/>
            <pc:sldMk cId="2088761101" sldId="260"/>
            <ac:spMk id="177" creationId="{83D73378-92DA-EEF0-59EF-F604E1F4EA5E}"/>
          </ac:spMkLst>
        </pc:spChg>
        <pc:spChg chg="mod">
          <ac:chgData name="Akshaya Murari" userId="f6a576e164f738b0" providerId="LiveId" clId="{5D34036A-79AC-4E8E-987E-98816EE491B4}" dt="2025-11-30T10:55:11.681" v="826" actId="20577"/>
          <ac:spMkLst>
            <pc:docMk/>
            <pc:sldMk cId="2088761101" sldId="260"/>
            <ac:spMk id="178" creationId="{D41A56BD-C354-E037-6D39-EA9C25954285}"/>
          </ac:spMkLst>
        </pc:spChg>
        <pc:spChg chg="mod">
          <ac:chgData name="Akshaya Murari" userId="f6a576e164f738b0" providerId="LiveId" clId="{5D34036A-79AC-4E8E-987E-98816EE491B4}" dt="2025-11-30T10:54:15.753" v="776" actId="165"/>
          <ac:spMkLst>
            <pc:docMk/>
            <pc:sldMk cId="2088761101" sldId="260"/>
            <ac:spMk id="180" creationId="{9FA67317-CF17-008B-4CD0-9C824D2D285E}"/>
          </ac:spMkLst>
        </pc:spChg>
        <pc:spChg chg="mod">
          <ac:chgData name="Akshaya Murari" userId="f6a576e164f738b0" providerId="LiveId" clId="{5D34036A-79AC-4E8E-987E-98816EE491B4}" dt="2025-11-30T10:55:32.267" v="846" actId="20577"/>
          <ac:spMkLst>
            <pc:docMk/>
            <pc:sldMk cId="2088761101" sldId="260"/>
            <ac:spMk id="181" creationId="{FFA98793-E981-627C-236E-119ACF11B0C1}"/>
          </ac:spMkLst>
        </pc:spChg>
        <pc:spChg chg="mod">
          <ac:chgData name="Akshaya Murari" userId="f6a576e164f738b0" providerId="LiveId" clId="{5D34036A-79AC-4E8E-987E-98816EE491B4}" dt="2025-11-30T10:53:53.063" v="770" actId="571"/>
          <ac:spMkLst>
            <pc:docMk/>
            <pc:sldMk cId="2088761101" sldId="260"/>
            <ac:spMk id="183" creationId="{0D8649DF-8FE9-A007-4311-19554B9F45B0}"/>
          </ac:spMkLst>
        </pc:spChg>
        <pc:spChg chg="mod">
          <ac:chgData name="Akshaya Murari" userId="f6a576e164f738b0" providerId="LiveId" clId="{5D34036A-79AC-4E8E-987E-98816EE491B4}" dt="2025-11-30T10:55:18.873" v="831" actId="20577"/>
          <ac:spMkLst>
            <pc:docMk/>
            <pc:sldMk cId="2088761101" sldId="260"/>
            <ac:spMk id="184" creationId="{BF827C02-6020-D9A0-6A58-B5D520BFE28A}"/>
          </ac:spMkLst>
        </pc:spChg>
        <pc:spChg chg="mod">
          <ac:chgData name="Akshaya Murari" userId="f6a576e164f738b0" providerId="LiveId" clId="{5D34036A-79AC-4E8E-987E-98816EE491B4}" dt="2025-11-30T10:53:53.063" v="770" actId="571"/>
          <ac:spMkLst>
            <pc:docMk/>
            <pc:sldMk cId="2088761101" sldId="260"/>
            <ac:spMk id="186" creationId="{4660199E-D3E9-0999-ED01-D477D662932B}"/>
          </ac:spMkLst>
        </pc:spChg>
        <pc:spChg chg="mod">
          <ac:chgData name="Akshaya Murari" userId="f6a576e164f738b0" providerId="LiveId" clId="{5D34036A-79AC-4E8E-987E-98816EE491B4}" dt="2025-11-30T10:55:27.849" v="841" actId="20577"/>
          <ac:spMkLst>
            <pc:docMk/>
            <pc:sldMk cId="2088761101" sldId="260"/>
            <ac:spMk id="187" creationId="{A9EF9B93-F4FB-C0D4-6972-3C8833F4F8D6}"/>
          </ac:spMkLst>
        </pc:spChg>
        <pc:spChg chg="mod">
          <ac:chgData name="Akshaya Murari" userId="f6a576e164f738b0" providerId="LiveId" clId="{5D34036A-79AC-4E8E-987E-98816EE491B4}" dt="2025-11-30T10:53:53.063" v="770" actId="571"/>
          <ac:spMkLst>
            <pc:docMk/>
            <pc:sldMk cId="2088761101" sldId="260"/>
            <ac:spMk id="189" creationId="{7B3D3DBA-3E21-C531-C6EE-87C080264688}"/>
          </ac:spMkLst>
        </pc:spChg>
        <pc:spChg chg="mod">
          <ac:chgData name="Akshaya Murari" userId="f6a576e164f738b0" providerId="LiveId" clId="{5D34036A-79AC-4E8E-987E-98816EE491B4}" dt="2025-11-30T10:55:23.215" v="836" actId="20577"/>
          <ac:spMkLst>
            <pc:docMk/>
            <pc:sldMk cId="2088761101" sldId="260"/>
            <ac:spMk id="190" creationId="{3956EB85-FF29-B549-9314-BAD73AB4F1C7}"/>
          </ac:spMkLst>
        </pc:spChg>
        <pc:spChg chg="mod">
          <ac:chgData name="Akshaya Murari" userId="f6a576e164f738b0" providerId="LiveId" clId="{5D34036A-79AC-4E8E-987E-98816EE491B4}" dt="2025-11-30T10:53:55.713" v="771" actId="571"/>
          <ac:spMkLst>
            <pc:docMk/>
            <pc:sldMk cId="2088761101" sldId="260"/>
            <ac:spMk id="192" creationId="{349DA110-E74F-DA16-E280-C6CBC75B799A}"/>
          </ac:spMkLst>
        </pc:spChg>
        <pc:spChg chg="mod">
          <ac:chgData name="Akshaya Murari" userId="f6a576e164f738b0" providerId="LiveId" clId="{5D34036A-79AC-4E8E-987E-98816EE491B4}" dt="2025-11-30T10:55:38.085" v="850" actId="20577"/>
          <ac:spMkLst>
            <pc:docMk/>
            <pc:sldMk cId="2088761101" sldId="260"/>
            <ac:spMk id="193" creationId="{73B3B4D9-F29A-232A-6B1E-8D7ABDF61E9B}"/>
          </ac:spMkLst>
        </pc:spChg>
        <pc:spChg chg="mod">
          <ac:chgData name="Akshaya Murari" userId="f6a576e164f738b0" providerId="LiveId" clId="{5D34036A-79AC-4E8E-987E-98816EE491B4}" dt="2025-11-30T10:54:15.753" v="776" actId="165"/>
          <ac:spMkLst>
            <pc:docMk/>
            <pc:sldMk cId="2088761101" sldId="260"/>
            <ac:spMk id="195" creationId="{0E2E4AC7-587D-4051-591B-C771677E0F1B}"/>
          </ac:spMkLst>
        </pc:spChg>
        <pc:spChg chg="mod">
          <ac:chgData name="Akshaya Murari" userId="f6a576e164f738b0" providerId="LiveId" clId="{5D34036A-79AC-4E8E-987E-98816EE491B4}" dt="2025-11-30T10:55:54.471" v="870" actId="20577"/>
          <ac:spMkLst>
            <pc:docMk/>
            <pc:sldMk cId="2088761101" sldId="260"/>
            <ac:spMk id="196" creationId="{DB1F9152-B372-1D4D-8CBF-10940DC6915E}"/>
          </ac:spMkLst>
        </pc:spChg>
        <pc:spChg chg="mod">
          <ac:chgData name="Akshaya Murari" userId="f6a576e164f738b0" providerId="LiveId" clId="{5D34036A-79AC-4E8E-987E-98816EE491B4}" dt="2025-11-30T10:53:55.713" v="771" actId="571"/>
          <ac:spMkLst>
            <pc:docMk/>
            <pc:sldMk cId="2088761101" sldId="260"/>
            <ac:spMk id="198" creationId="{67F18A90-8227-6832-458D-443CADADC07C}"/>
          </ac:spMkLst>
        </pc:spChg>
        <pc:spChg chg="mod">
          <ac:chgData name="Akshaya Murari" userId="f6a576e164f738b0" providerId="LiveId" clId="{5D34036A-79AC-4E8E-987E-98816EE491B4}" dt="2025-11-30T10:55:42.013" v="855" actId="20577"/>
          <ac:spMkLst>
            <pc:docMk/>
            <pc:sldMk cId="2088761101" sldId="260"/>
            <ac:spMk id="199" creationId="{08474F7F-9CAD-83A6-CEF7-26925385B071}"/>
          </ac:spMkLst>
        </pc:spChg>
        <pc:spChg chg="mod">
          <ac:chgData name="Akshaya Murari" userId="f6a576e164f738b0" providerId="LiveId" clId="{5D34036A-79AC-4E8E-987E-98816EE491B4}" dt="2025-11-30T10:53:55.713" v="771" actId="571"/>
          <ac:spMkLst>
            <pc:docMk/>
            <pc:sldMk cId="2088761101" sldId="260"/>
            <ac:spMk id="201" creationId="{0F137AD6-79F4-20E6-2D1D-38CB3454FF18}"/>
          </ac:spMkLst>
        </pc:spChg>
        <pc:spChg chg="mod">
          <ac:chgData name="Akshaya Murari" userId="f6a576e164f738b0" providerId="LiveId" clId="{5D34036A-79AC-4E8E-987E-98816EE491B4}" dt="2025-11-30T10:55:50.628" v="865" actId="20577"/>
          <ac:spMkLst>
            <pc:docMk/>
            <pc:sldMk cId="2088761101" sldId="260"/>
            <ac:spMk id="202" creationId="{368522A7-D96C-14E5-79A9-31F932D6BAAD}"/>
          </ac:spMkLst>
        </pc:spChg>
        <pc:spChg chg="mod">
          <ac:chgData name="Akshaya Murari" userId="f6a576e164f738b0" providerId="LiveId" clId="{5D34036A-79AC-4E8E-987E-98816EE491B4}" dt="2025-11-30T10:53:55.713" v="771" actId="571"/>
          <ac:spMkLst>
            <pc:docMk/>
            <pc:sldMk cId="2088761101" sldId="260"/>
            <ac:spMk id="204" creationId="{143E65FC-37EF-9717-2A9E-885B846308CB}"/>
          </ac:spMkLst>
        </pc:spChg>
        <pc:spChg chg="mod">
          <ac:chgData name="Akshaya Murari" userId="f6a576e164f738b0" providerId="LiveId" clId="{5D34036A-79AC-4E8E-987E-98816EE491B4}" dt="2025-11-30T10:55:46.884" v="860" actId="20577"/>
          <ac:spMkLst>
            <pc:docMk/>
            <pc:sldMk cId="2088761101" sldId="260"/>
            <ac:spMk id="205" creationId="{B2550693-8813-BC27-3ABB-183CEC860E89}"/>
          </ac:spMkLst>
        </pc:spChg>
        <pc:spChg chg="mod">
          <ac:chgData name="Akshaya Murari" userId="f6a576e164f738b0" providerId="LiveId" clId="{5D34036A-79AC-4E8E-987E-98816EE491B4}" dt="2025-11-30T10:58:04.608" v="889" actId="20577"/>
          <ac:spMkLst>
            <pc:docMk/>
            <pc:sldMk cId="2088761101" sldId="260"/>
            <ac:spMk id="222" creationId="{76C18FDF-84A9-F7EE-5B24-0769138BE489}"/>
          </ac:spMkLst>
        </pc:spChg>
        <pc:spChg chg="mod">
          <ac:chgData name="Akshaya Murari" userId="f6a576e164f738b0" providerId="LiveId" clId="{5D34036A-79AC-4E8E-987E-98816EE491B4}" dt="2025-11-30T10:58:09.376" v="893" actId="20577"/>
          <ac:spMkLst>
            <pc:docMk/>
            <pc:sldMk cId="2088761101" sldId="260"/>
            <ac:spMk id="224" creationId="{8F97A987-F358-66D4-38BD-4B2C64CF6DDB}"/>
          </ac:spMkLst>
        </pc:spChg>
        <pc:spChg chg="mod">
          <ac:chgData name="Akshaya Murari" userId="f6a576e164f738b0" providerId="LiveId" clId="{5D34036A-79AC-4E8E-987E-98816EE491B4}" dt="2025-11-30T10:57:59.669" v="885" actId="20577"/>
          <ac:spMkLst>
            <pc:docMk/>
            <pc:sldMk cId="2088761101" sldId="260"/>
            <ac:spMk id="226" creationId="{52D485F1-A190-A5CF-1311-5AC70608B698}"/>
          </ac:spMkLst>
        </pc:spChg>
        <pc:spChg chg="mod">
          <ac:chgData name="Akshaya Murari" userId="f6a576e164f738b0" providerId="LiveId" clId="{5D34036A-79AC-4E8E-987E-98816EE491B4}" dt="2025-11-30T10:58:12.595" v="897" actId="20577"/>
          <ac:spMkLst>
            <pc:docMk/>
            <pc:sldMk cId="2088761101" sldId="260"/>
            <ac:spMk id="228" creationId="{9CF07373-24C6-48D2-0DCE-9273AB069D8F}"/>
          </ac:spMkLst>
        </pc:spChg>
        <pc:spChg chg="mod">
          <ac:chgData name="Akshaya Murari" userId="f6a576e164f738b0" providerId="LiveId" clId="{5D34036A-79AC-4E8E-987E-98816EE491B4}" dt="2025-11-30T10:56:43.383" v="878" actId="165"/>
          <ac:spMkLst>
            <pc:docMk/>
            <pc:sldMk cId="2088761101" sldId="260"/>
            <ac:spMk id="229" creationId="{8F3C8967-576B-9784-9BAC-A11684811213}"/>
          </ac:spMkLst>
        </pc:spChg>
        <pc:spChg chg="mod">
          <ac:chgData name="Akshaya Murari" userId="f6a576e164f738b0" providerId="LiveId" clId="{5D34036A-79AC-4E8E-987E-98816EE491B4}" dt="2025-11-30T10:57:56.413" v="881" actId="20577"/>
          <ac:spMkLst>
            <pc:docMk/>
            <pc:sldMk cId="2088761101" sldId="260"/>
            <ac:spMk id="230" creationId="{20F9089E-407C-368D-5CB6-1A5C5029F952}"/>
          </ac:spMkLst>
        </pc:spChg>
        <pc:spChg chg="mod">
          <ac:chgData name="Akshaya Murari" userId="f6a576e164f738b0" providerId="LiveId" clId="{5D34036A-79AC-4E8E-987E-98816EE491B4}" dt="2025-11-30T10:56:43.383" v="878" actId="165"/>
          <ac:spMkLst>
            <pc:docMk/>
            <pc:sldMk cId="2088761101" sldId="260"/>
            <ac:spMk id="237" creationId="{E7EBA113-A638-397A-E054-0B8AB3B0D1D3}"/>
          </ac:spMkLst>
        </pc:spChg>
        <pc:spChg chg="mod">
          <ac:chgData name="Akshaya Murari" userId="f6a576e164f738b0" providerId="LiveId" clId="{5D34036A-79AC-4E8E-987E-98816EE491B4}" dt="2025-11-30T10:58:25.406" v="915" actId="20577"/>
          <ac:spMkLst>
            <pc:docMk/>
            <pc:sldMk cId="2088761101" sldId="260"/>
            <ac:spMk id="238" creationId="{486E1569-3469-C8CA-C462-4E3CB000F760}"/>
          </ac:spMkLst>
        </pc:spChg>
        <pc:spChg chg="mod">
          <ac:chgData name="Akshaya Murari" userId="f6a576e164f738b0" providerId="LiveId" clId="{5D34036A-79AC-4E8E-987E-98816EE491B4}" dt="2025-11-30T10:58:30.443" v="921" actId="20577"/>
          <ac:spMkLst>
            <pc:docMk/>
            <pc:sldMk cId="2088761101" sldId="260"/>
            <ac:spMk id="240" creationId="{88DA10C7-A091-D6E2-0CDE-E7DB1BF3540A}"/>
          </ac:spMkLst>
        </pc:spChg>
        <pc:spChg chg="mod">
          <ac:chgData name="Akshaya Murari" userId="f6a576e164f738b0" providerId="LiveId" clId="{5D34036A-79AC-4E8E-987E-98816EE491B4}" dt="2025-11-30T10:58:21.329" v="907" actId="20577"/>
          <ac:spMkLst>
            <pc:docMk/>
            <pc:sldMk cId="2088761101" sldId="260"/>
            <ac:spMk id="242" creationId="{8C2BC1C8-BFC8-FC0B-5038-7382CAA0D2C9}"/>
          </ac:spMkLst>
        </pc:spChg>
        <pc:spChg chg="mod">
          <ac:chgData name="Akshaya Murari" userId="f6a576e164f738b0" providerId="LiveId" clId="{5D34036A-79AC-4E8E-987E-98816EE491B4}" dt="2025-11-30T10:58:33.344" v="927" actId="20577"/>
          <ac:spMkLst>
            <pc:docMk/>
            <pc:sldMk cId="2088761101" sldId="260"/>
            <ac:spMk id="244" creationId="{0B7D4201-96E0-0C6F-B9ED-42C89B9EC970}"/>
          </ac:spMkLst>
        </pc:spChg>
        <pc:spChg chg="mod">
          <ac:chgData name="Akshaya Murari" userId="f6a576e164f738b0" providerId="LiveId" clId="{5D34036A-79AC-4E8E-987E-98816EE491B4}" dt="2025-11-30T10:58:17.186" v="903" actId="20577"/>
          <ac:spMkLst>
            <pc:docMk/>
            <pc:sldMk cId="2088761101" sldId="260"/>
            <ac:spMk id="246" creationId="{B3D4F702-7519-8727-8E9A-A49B3673B913}"/>
          </ac:spMkLst>
        </pc:spChg>
        <pc:spChg chg="mod">
          <ac:chgData name="Akshaya Murari" userId="f6a576e164f738b0" providerId="LiveId" clId="{5D34036A-79AC-4E8E-987E-98816EE491B4}" dt="2025-11-30T10:58:49.991" v="949" actId="20577"/>
          <ac:spMkLst>
            <pc:docMk/>
            <pc:sldMk cId="2088761101" sldId="260"/>
            <ac:spMk id="254" creationId="{E9D67924-330B-3E4D-A5E5-412A458A4E33}"/>
          </ac:spMkLst>
        </pc:spChg>
        <pc:spChg chg="mod">
          <ac:chgData name="Akshaya Murari" userId="f6a576e164f738b0" providerId="LiveId" clId="{5D34036A-79AC-4E8E-987E-98816EE491B4}" dt="2025-11-30T10:58:53.539" v="955" actId="20577"/>
          <ac:spMkLst>
            <pc:docMk/>
            <pc:sldMk cId="2088761101" sldId="260"/>
            <ac:spMk id="256" creationId="{26D91603-CF04-FE45-A863-BE507CDAE0E8}"/>
          </ac:spMkLst>
        </pc:spChg>
        <pc:spChg chg="mod">
          <ac:chgData name="Akshaya Murari" userId="f6a576e164f738b0" providerId="LiveId" clId="{5D34036A-79AC-4E8E-987E-98816EE491B4}" dt="2025-11-30T10:56:43.383" v="878" actId="165"/>
          <ac:spMkLst>
            <pc:docMk/>
            <pc:sldMk cId="2088761101" sldId="260"/>
            <ac:spMk id="257" creationId="{86EC472C-557E-62F6-5242-D24AE49340DB}"/>
          </ac:spMkLst>
        </pc:spChg>
        <pc:spChg chg="mod">
          <ac:chgData name="Akshaya Murari" userId="f6a576e164f738b0" providerId="LiveId" clId="{5D34036A-79AC-4E8E-987E-98816EE491B4}" dt="2025-11-30T10:58:45.262" v="943" actId="20577"/>
          <ac:spMkLst>
            <pc:docMk/>
            <pc:sldMk cId="2088761101" sldId="260"/>
            <ac:spMk id="258" creationId="{C3F52B4D-D93C-F63A-E641-EEE6EB59BBF7}"/>
          </ac:spMkLst>
        </pc:spChg>
        <pc:spChg chg="mod">
          <ac:chgData name="Akshaya Murari" userId="f6a576e164f738b0" providerId="LiveId" clId="{5D34036A-79AC-4E8E-987E-98816EE491B4}" dt="2025-11-30T10:58:59.274" v="961" actId="20577"/>
          <ac:spMkLst>
            <pc:docMk/>
            <pc:sldMk cId="2088761101" sldId="260"/>
            <ac:spMk id="260" creationId="{D4C134B9-BF0F-CA60-F6EB-FF8E8E6C2352}"/>
          </ac:spMkLst>
        </pc:spChg>
        <pc:spChg chg="mod">
          <ac:chgData name="Akshaya Murari" userId="f6a576e164f738b0" providerId="LiveId" clId="{5D34036A-79AC-4E8E-987E-98816EE491B4}" dt="2025-11-30T10:56:43.383" v="878" actId="165"/>
          <ac:spMkLst>
            <pc:docMk/>
            <pc:sldMk cId="2088761101" sldId="260"/>
            <ac:spMk id="261" creationId="{9D00B49D-B2C8-5968-4F98-6C7C67E71FFE}"/>
          </ac:spMkLst>
        </pc:spChg>
        <pc:spChg chg="mod">
          <ac:chgData name="Akshaya Murari" userId="f6a576e164f738b0" providerId="LiveId" clId="{5D34036A-79AC-4E8E-987E-98816EE491B4}" dt="2025-11-30T10:58:38.928" v="937" actId="20577"/>
          <ac:spMkLst>
            <pc:docMk/>
            <pc:sldMk cId="2088761101" sldId="260"/>
            <ac:spMk id="262" creationId="{87D18D76-E8C8-DF68-4B8C-AAA486362516}"/>
          </ac:spMkLst>
        </pc:spChg>
        <pc:spChg chg="mod">
          <ac:chgData name="Akshaya Murari" userId="f6a576e164f738b0" providerId="LiveId" clId="{5D34036A-79AC-4E8E-987E-98816EE491B4}" dt="2025-11-30T10:59:13.081" v="979" actId="20577"/>
          <ac:spMkLst>
            <pc:docMk/>
            <pc:sldMk cId="2088761101" sldId="260"/>
            <ac:spMk id="270" creationId="{F84C9B5D-3C37-0105-7F90-C7075C2BAAE1}"/>
          </ac:spMkLst>
        </pc:spChg>
        <pc:spChg chg="mod">
          <ac:chgData name="Akshaya Murari" userId="f6a576e164f738b0" providerId="LiveId" clId="{5D34036A-79AC-4E8E-987E-98816EE491B4}" dt="2025-11-30T10:59:17.488" v="987" actId="20577"/>
          <ac:spMkLst>
            <pc:docMk/>
            <pc:sldMk cId="2088761101" sldId="260"/>
            <ac:spMk id="272" creationId="{E78B9FFA-5331-9BBA-4460-7D8014F6AB63}"/>
          </ac:spMkLst>
        </pc:spChg>
        <pc:spChg chg="mod">
          <ac:chgData name="Akshaya Murari" userId="f6a576e164f738b0" providerId="LiveId" clId="{5D34036A-79AC-4E8E-987E-98816EE491B4}" dt="2025-11-30T10:59:07.744" v="973" actId="20577"/>
          <ac:spMkLst>
            <pc:docMk/>
            <pc:sldMk cId="2088761101" sldId="260"/>
            <ac:spMk id="274" creationId="{1C1109BD-FE7A-5BF7-E2B9-3BE29975262C}"/>
          </ac:spMkLst>
        </pc:spChg>
        <pc:spChg chg="mod">
          <ac:chgData name="Akshaya Murari" userId="f6a576e164f738b0" providerId="LiveId" clId="{5D34036A-79AC-4E8E-987E-98816EE491B4}" dt="2025-11-30T10:59:23.161" v="993" actId="20577"/>
          <ac:spMkLst>
            <pc:docMk/>
            <pc:sldMk cId="2088761101" sldId="260"/>
            <ac:spMk id="276" creationId="{BB441AB6-DD6F-748C-3FA3-C5AA8AFFEAE4}"/>
          </ac:spMkLst>
        </pc:spChg>
        <pc:spChg chg="mod">
          <ac:chgData name="Akshaya Murari" userId="f6a576e164f738b0" providerId="LiveId" clId="{5D34036A-79AC-4E8E-987E-98816EE491B4}" dt="2025-11-30T10:59:04.157" v="967" actId="20577"/>
          <ac:spMkLst>
            <pc:docMk/>
            <pc:sldMk cId="2088761101" sldId="260"/>
            <ac:spMk id="278" creationId="{F0395F02-18D5-CFE1-D7A1-C761413F01A0}"/>
          </ac:spMkLst>
        </pc:spChg>
        <pc:spChg chg="mod">
          <ac:chgData name="Akshaya Murari" userId="f6a576e164f738b0" providerId="LiveId" clId="{5D34036A-79AC-4E8E-987E-98816EE491B4}" dt="2025-11-30T10:59:38.668" v="1011" actId="20577"/>
          <ac:spMkLst>
            <pc:docMk/>
            <pc:sldMk cId="2088761101" sldId="260"/>
            <ac:spMk id="286" creationId="{1A1C3E82-46E4-D480-48C9-A663A27C2624}"/>
          </ac:spMkLst>
        </pc:spChg>
        <pc:spChg chg="mod">
          <ac:chgData name="Akshaya Murari" userId="f6a576e164f738b0" providerId="LiveId" clId="{5D34036A-79AC-4E8E-987E-98816EE491B4}" dt="2025-11-30T10:56:43.383" v="878" actId="165"/>
          <ac:spMkLst>
            <pc:docMk/>
            <pc:sldMk cId="2088761101" sldId="260"/>
            <ac:spMk id="287" creationId="{E455366C-3325-BFAE-1D83-0A591AB76CCE}"/>
          </ac:spMkLst>
        </pc:spChg>
        <pc:spChg chg="mod">
          <ac:chgData name="Akshaya Murari" userId="f6a576e164f738b0" providerId="LiveId" clId="{5D34036A-79AC-4E8E-987E-98816EE491B4}" dt="2025-11-30T10:59:44.989" v="1017" actId="20577"/>
          <ac:spMkLst>
            <pc:docMk/>
            <pc:sldMk cId="2088761101" sldId="260"/>
            <ac:spMk id="288" creationId="{E2D17ACF-0E34-A461-B91C-6A7D21B3076C}"/>
          </ac:spMkLst>
        </pc:spChg>
        <pc:spChg chg="mod">
          <ac:chgData name="Akshaya Murari" userId="f6a576e164f738b0" providerId="LiveId" clId="{5D34036A-79AC-4E8E-987E-98816EE491B4}" dt="2025-11-30T10:59:33.016" v="1005" actId="20577"/>
          <ac:spMkLst>
            <pc:docMk/>
            <pc:sldMk cId="2088761101" sldId="260"/>
            <ac:spMk id="290" creationId="{123FE1C6-BAA1-D6F9-00BC-0C9A27B5C249}"/>
          </ac:spMkLst>
        </pc:spChg>
        <pc:spChg chg="mod">
          <ac:chgData name="Akshaya Murari" userId="f6a576e164f738b0" providerId="LiveId" clId="{5D34036A-79AC-4E8E-987E-98816EE491B4}" dt="2025-11-30T10:59:49.585" v="1023" actId="20577"/>
          <ac:spMkLst>
            <pc:docMk/>
            <pc:sldMk cId="2088761101" sldId="260"/>
            <ac:spMk id="292" creationId="{3D7C829D-82C8-641D-3C32-0627F81F3627}"/>
          </ac:spMkLst>
        </pc:spChg>
        <pc:spChg chg="mod">
          <ac:chgData name="Akshaya Murari" userId="f6a576e164f738b0" providerId="LiveId" clId="{5D34036A-79AC-4E8E-987E-98816EE491B4}" dt="2025-11-30T10:56:43.383" v="878" actId="165"/>
          <ac:spMkLst>
            <pc:docMk/>
            <pc:sldMk cId="2088761101" sldId="260"/>
            <ac:spMk id="293" creationId="{CCDF2389-51FC-9DF7-73C7-0EAC7218323A}"/>
          </ac:spMkLst>
        </pc:spChg>
        <pc:spChg chg="mod">
          <ac:chgData name="Akshaya Murari" userId="f6a576e164f738b0" providerId="LiveId" clId="{5D34036A-79AC-4E8E-987E-98816EE491B4}" dt="2025-11-30T10:59:29.158" v="999" actId="20577"/>
          <ac:spMkLst>
            <pc:docMk/>
            <pc:sldMk cId="2088761101" sldId="260"/>
            <ac:spMk id="294" creationId="{F60327A2-D799-F438-9C2D-15F4983B5B2E}"/>
          </ac:spMkLst>
        </pc:spChg>
        <pc:spChg chg="mod">
          <ac:chgData name="Akshaya Murari" userId="f6a576e164f738b0" providerId="LiveId" clId="{5D34036A-79AC-4E8E-987E-98816EE491B4}" dt="2025-11-30T11:00:31.473" v="1037" actId="20577"/>
          <ac:spMkLst>
            <pc:docMk/>
            <pc:sldMk cId="2088761101" sldId="260"/>
            <ac:spMk id="303" creationId="{BF70E11F-6AB1-513F-C530-E802B2E755A2}"/>
          </ac:spMkLst>
        </pc:spChg>
        <pc:spChg chg="mod">
          <ac:chgData name="Akshaya Murari" userId="f6a576e164f738b0" providerId="LiveId" clId="{5D34036A-79AC-4E8E-987E-98816EE491B4}" dt="2025-11-30T11:00:36.168" v="1042" actId="20577"/>
          <ac:spMkLst>
            <pc:docMk/>
            <pc:sldMk cId="2088761101" sldId="260"/>
            <ac:spMk id="305" creationId="{B50117EA-203A-F2F9-51CE-437A2742D277}"/>
          </ac:spMkLst>
        </pc:spChg>
        <pc:spChg chg="mod">
          <ac:chgData name="Akshaya Murari" userId="f6a576e164f738b0" providerId="LiveId" clId="{5D34036A-79AC-4E8E-987E-98816EE491B4}" dt="2025-11-30T11:00:26.791" v="1035" actId="20577"/>
          <ac:spMkLst>
            <pc:docMk/>
            <pc:sldMk cId="2088761101" sldId="260"/>
            <ac:spMk id="307" creationId="{89E318E5-5680-509A-E435-812589AB7EE6}"/>
          </ac:spMkLst>
        </pc:spChg>
        <pc:spChg chg="mod">
          <ac:chgData name="Akshaya Murari" userId="f6a576e164f738b0" providerId="LiveId" clId="{5D34036A-79AC-4E8E-987E-98816EE491B4}" dt="2025-11-30T11:00:41.495" v="1047" actId="20577"/>
          <ac:spMkLst>
            <pc:docMk/>
            <pc:sldMk cId="2088761101" sldId="260"/>
            <ac:spMk id="309" creationId="{7D153714-60D1-BBF8-89A4-28E3F1667C0F}"/>
          </ac:spMkLst>
        </pc:spChg>
        <pc:spChg chg="mod">
          <ac:chgData name="Akshaya Murari" userId="f6a576e164f738b0" providerId="LiveId" clId="{5D34036A-79AC-4E8E-987E-98816EE491B4}" dt="2025-11-30T11:00:22.364" v="1031" actId="20577"/>
          <ac:spMkLst>
            <pc:docMk/>
            <pc:sldMk cId="2088761101" sldId="260"/>
            <ac:spMk id="311" creationId="{94896840-5B8B-A644-0B77-B818EC19C15B}"/>
          </ac:spMkLst>
        </pc:spChg>
        <pc:spChg chg="mod">
          <ac:chgData name="Akshaya Murari" userId="f6a576e164f738b0" providerId="LiveId" clId="{5D34036A-79AC-4E8E-987E-98816EE491B4}" dt="2025-11-30T11:00:55.101" v="1069" actId="20577"/>
          <ac:spMkLst>
            <pc:docMk/>
            <pc:sldMk cId="2088761101" sldId="260"/>
            <ac:spMk id="319" creationId="{256F9C27-D9D8-3411-8482-54085800D109}"/>
          </ac:spMkLst>
        </pc:spChg>
        <pc:spChg chg="mod">
          <ac:chgData name="Akshaya Murari" userId="f6a576e164f738b0" providerId="LiveId" clId="{5D34036A-79AC-4E8E-987E-98816EE491B4}" dt="2025-11-30T11:00:59.829" v="1075" actId="20577"/>
          <ac:spMkLst>
            <pc:docMk/>
            <pc:sldMk cId="2088761101" sldId="260"/>
            <ac:spMk id="321" creationId="{D43396D8-93D1-2038-BBB7-9DBFB6350173}"/>
          </ac:spMkLst>
        </pc:spChg>
        <pc:spChg chg="mod">
          <ac:chgData name="Akshaya Murari" userId="f6a576e164f738b0" providerId="LiveId" clId="{5D34036A-79AC-4E8E-987E-98816EE491B4}" dt="2025-11-30T11:00:52.004" v="1063" actId="20577"/>
          <ac:spMkLst>
            <pc:docMk/>
            <pc:sldMk cId="2088761101" sldId="260"/>
            <ac:spMk id="323" creationId="{6975A4FA-9C79-113B-9801-8616077B1872}"/>
          </ac:spMkLst>
        </pc:spChg>
        <pc:spChg chg="mod">
          <ac:chgData name="Akshaya Murari" userId="f6a576e164f738b0" providerId="LiveId" clId="{5D34036A-79AC-4E8E-987E-98816EE491B4}" dt="2025-11-30T11:01:03.104" v="1081" actId="20577"/>
          <ac:spMkLst>
            <pc:docMk/>
            <pc:sldMk cId="2088761101" sldId="260"/>
            <ac:spMk id="325" creationId="{118E4493-A348-7C7F-ADC0-6BB8E22E13F0}"/>
          </ac:spMkLst>
        </pc:spChg>
        <pc:spChg chg="mod">
          <ac:chgData name="Akshaya Murari" userId="f6a576e164f738b0" providerId="LiveId" clId="{5D34036A-79AC-4E8E-987E-98816EE491B4}" dt="2025-11-30T11:00:09.209" v="1028" actId="571"/>
          <ac:spMkLst>
            <pc:docMk/>
            <pc:sldMk cId="2088761101" sldId="260"/>
            <ac:spMk id="326" creationId="{62857209-EC98-577A-E3D6-00BBA0A18315}"/>
          </ac:spMkLst>
        </pc:spChg>
        <pc:spChg chg="mod">
          <ac:chgData name="Akshaya Murari" userId="f6a576e164f738b0" providerId="LiveId" clId="{5D34036A-79AC-4E8E-987E-98816EE491B4}" dt="2025-11-30T11:00:47.321" v="1057" actId="20577"/>
          <ac:spMkLst>
            <pc:docMk/>
            <pc:sldMk cId="2088761101" sldId="260"/>
            <ac:spMk id="327" creationId="{A674C2D0-3BB3-3507-904A-AA86BBE7F192}"/>
          </ac:spMkLst>
        </pc:spChg>
        <pc:spChg chg="mod">
          <ac:chgData name="Akshaya Murari" userId="f6a576e164f738b0" providerId="LiveId" clId="{5D34036A-79AC-4E8E-987E-98816EE491B4}" dt="2025-11-30T11:01:16.516" v="1099" actId="20577"/>
          <ac:spMkLst>
            <pc:docMk/>
            <pc:sldMk cId="2088761101" sldId="260"/>
            <ac:spMk id="335" creationId="{66663128-B272-C664-0789-4B972A460983}"/>
          </ac:spMkLst>
        </pc:spChg>
        <pc:spChg chg="mod">
          <ac:chgData name="Akshaya Murari" userId="f6a576e164f738b0" providerId="LiveId" clId="{5D34036A-79AC-4E8E-987E-98816EE491B4}" dt="2025-11-30T11:01:20.581" v="1103" actId="20577"/>
          <ac:spMkLst>
            <pc:docMk/>
            <pc:sldMk cId="2088761101" sldId="260"/>
            <ac:spMk id="337" creationId="{A7BB071B-E84B-CD2C-4FE0-37B507A65B53}"/>
          </ac:spMkLst>
        </pc:spChg>
        <pc:spChg chg="mod">
          <ac:chgData name="Akshaya Murari" userId="f6a576e164f738b0" providerId="LiveId" clId="{5D34036A-79AC-4E8E-987E-98816EE491B4}" dt="2025-11-30T11:01:11.429" v="1093" actId="20577"/>
          <ac:spMkLst>
            <pc:docMk/>
            <pc:sldMk cId="2088761101" sldId="260"/>
            <ac:spMk id="339" creationId="{8639F9C4-9740-A25F-A9D0-7344B559A51A}"/>
          </ac:spMkLst>
        </pc:spChg>
        <pc:spChg chg="mod">
          <ac:chgData name="Akshaya Murari" userId="f6a576e164f738b0" providerId="LiveId" clId="{5D34036A-79AC-4E8E-987E-98816EE491B4}" dt="2025-11-30T11:01:26.081" v="1109" actId="20577"/>
          <ac:spMkLst>
            <pc:docMk/>
            <pc:sldMk cId="2088761101" sldId="260"/>
            <ac:spMk id="341" creationId="{4FC911B3-E13B-3EAD-4737-A16E899D51FD}"/>
          </ac:spMkLst>
        </pc:spChg>
        <pc:spChg chg="mod">
          <ac:chgData name="Akshaya Murari" userId="f6a576e164f738b0" providerId="LiveId" clId="{5D34036A-79AC-4E8E-987E-98816EE491B4}" dt="2025-11-30T11:01:07.854" v="1087" actId="20577"/>
          <ac:spMkLst>
            <pc:docMk/>
            <pc:sldMk cId="2088761101" sldId="260"/>
            <ac:spMk id="343" creationId="{DAC0EC42-15E8-4AF8-10B0-8D7772F81575}"/>
          </ac:spMkLst>
        </pc:spChg>
        <pc:spChg chg="mod">
          <ac:chgData name="Akshaya Murari" userId="f6a576e164f738b0" providerId="LiveId" clId="{5D34036A-79AC-4E8E-987E-98816EE491B4}" dt="2025-11-30T11:01:44.895" v="1127" actId="20577"/>
          <ac:spMkLst>
            <pc:docMk/>
            <pc:sldMk cId="2088761101" sldId="260"/>
            <ac:spMk id="351" creationId="{DF84ADB3-8AF9-E078-536F-63C90641EEE6}"/>
          </ac:spMkLst>
        </pc:spChg>
        <pc:spChg chg="mod">
          <ac:chgData name="Akshaya Murari" userId="f6a576e164f738b0" providerId="LiveId" clId="{5D34036A-79AC-4E8E-987E-98816EE491B4}" dt="2025-11-30T11:00:09.209" v="1028" actId="571"/>
          <ac:spMkLst>
            <pc:docMk/>
            <pc:sldMk cId="2088761101" sldId="260"/>
            <ac:spMk id="352" creationId="{8BA13348-1623-7999-0866-38642B12ACCD}"/>
          </ac:spMkLst>
        </pc:spChg>
        <pc:spChg chg="mod">
          <ac:chgData name="Akshaya Murari" userId="f6a576e164f738b0" providerId="LiveId" clId="{5D34036A-79AC-4E8E-987E-98816EE491B4}" dt="2025-11-30T11:01:47.785" v="1133" actId="20577"/>
          <ac:spMkLst>
            <pc:docMk/>
            <pc:sldMk cId="2088761101" sldId="260"/>
            <ac:spMk id="353" creationId="{A41CF0A9-C724-63FB-6EBF-E51A0882B231}"/>
          </ac:spMkLst>
        </pc:spChg>
        <pc:spChg chg="mod">
          <ac:chgData name="Akshaya Murari" userId="f6a576e164f738b0" providerId="LiveId" clId="{5D34036A-79AC-4E8E-987E-98816EE491B4}" dt="2025-11-30T11:01:38.795" v="1121" actId="20577"/>
          <ac:spMkLst>
            <pc:docMk/>
            <pc:sldMk cId="2088761101" sldId="260"/>
            <ac:spMk id="355" creationId="{B42E0BB3-C0AA-7B4E-DC04-8527CB3978BB}"/>
          </ac:spMkLst>
        </pc:spChg>
        <pc:spChg chg="mod">
          <ac:chgData name="Akshaya Murari" userId="f6a576e164f738b0" providerId="LiveId" clId="{5D34036A-79AC-4E8E-987E-98816EE491B4}" dt="2025-11-30T11:00:09.209" v="1028" actId="571"/>
          <ac:spMkLst>
            <pc:docMk/>
            <pc:sldMk cId="2088761101" sldId="260"/>
            <ac:spMk id="356" creationId="{D0C51FA8-93F1-43C1-7372-5D4F7C5CC96F}"/>
          </ac:spMkLst>
        </pc:spChg>
        <pc:spChg chg="mod">
          <ac:chgData name="Akshaya Murari" userId="f6a576e164f738b0" providerId="LiveId" clId="{5D34036A-79AC-4E8E-987E-98816EE491B4}" dt="2025-11-30T11:01:52.509" v="1139" actId="20577"/>
          <ac:spMkLst>
            <pc:docMk/>
            <pc:sldMk cId="2088761101" sldId="260"/>
            <ac:spMk id="357" creationId="{17B476BB-3852-6F1D-685D-0D147DA11F9B}"/>
          </ac:spMkLst>
        </pc:spChg>
        <pc:spChg chg="mod">
          <ac:chgData name="Akshaya Murari" userId="f6a576e164f738b0" providerId="LiveId" clId="{5D34036A-79AC-4E8E-987E-98816EE491B4}" dt="2025-11-30T11:01:32.983" v="1115" actId="20577"/>
          <ac:spMkLst>
            <pc:docMk/>
            <pc:sldMk cId="2088761101" sldId="260"/>
            <ac:spMk id="359" creationId="{6AF2F6BC-DD17-6479-B9D3-A7014B15A119}"/>
          </ac:spMkLst>
        </pc:spChg>
        <pc:spChg chg="mod">
          <ac:chgData name="Akshaya Murari" userId="f6a576e164f738b0" providerId="LiveId" clId="{5D34036A-79AC-4E8E-987E-98816EE491B4}" dt="2025-11-30T11:00:09.209" v="1028" actId="571"/>
          <ac:spMkLst>
            <pc:docMk/>
            <pc:sldMk cId="2088761101" sldId="260"/>
            <ac:spMk id="366" creationId="{5CD53164-C304-7C9B-955F-E6DB819A23CA}"/>
          </ac:spMkLst>
        </pc:spChg>
        <pc:spChg chg="mod">
          <ac:chgData name="Akshaya Murari" userId="f6a576e164f738b0" providerId="LiveId" clId="{5D34036A-79AC-4E8E-987E-98816EE491B4}" dt="2025-11-30T11:02:07.853" v="1159" actId="20577"/>
          <ac:spMkLst>
            <pc:docMk/>
            <pc:sldMk cId="2088761101" sldId="260"/>
            <ac:spMk id="367" creationId="{BDE0D6D7-7AEA-7151-5C78-7D0BB8B383FB}"/>
          </ac:spMkLst>
        </pc:spChg>
        <pc:spChg chg="mod">
          <ac:chgData name="Akshaya Murari" userId="f6a576e164f738b0" providerId="LiveId" clId="{5D34036A-79AC-4E8E-987E-98816EE491B4}" dt="2025-11-30T11:02:13.071" v="1165" actId="20577"/>
          <ac:spMkLst>
            <pc:docMk/>
            <pc:sldMk cId="2088761101" sldId="260"/>
            <ac:spMk id="369" creationId="{BEFEED88-5DFD-C313-6EA1-AEDE014B04E5}"/>
          </ac:spMkLst>
        </pc:spChg>
        <pc:spChg chg="mod">
          <ac:chgData name="Akshaya Murari" userId="f6a576e164f738b0" providerId="LiveId" clId="{5D34036A-79AC-4E8E-987E-98816EE491B4}" dt="2025-11-30T11:00:09.209" v="1028" actId="571"/>
          <ac:spMkLst>
            <pc:docMk/>
            <pc:sldMk cId="2088761101" sldId="260"/>
            <ac:spMk id="370" creationId="{4C85E3BB-60DE-7E28-421F-BDF82A676479}"/>
          </ac:spMkLst>
        </pc:spChg>
        <pc:spChg chg="mod">
          <ac:chgData name="Akshaya Murari" userId="f6a576e164f738b0" providerId="LiveId" clId="{5D34036A-79AC-4E8E-987E-98816EE491B4}" dt="2025-11-30T11:02:00.951" v="1151" actId="20577"/>
          <ac:spMkLst>
            <pc:docMk/>
            <pc:sldMk cId="2088761101" sldId="260"/>
            <ac:spMk id="371" creationId="{3A93CF3A-F474-A429-7747-87F42E79A6BE}"/>
          </ac:spMkLst>
        </pc:spChg>
        <pc:spChg chg="mod">
          <ac:chgData name="Akshaya Murari" userId="f6a576e164f738b0" providerId="LiveId" clId="{5D34036A-79AC-4E8E-987E-98816EE491B4}" dt="2025-11-30T11:02:20.708" v="1171" actId="20577"/>
          <ac:spMkLst>
            <pc:docMk/>
            <pc:sldMk cId="2088761101" sldId="260"/>
            <ac:spMk id="373" creationId="{FAC80BC4-1AD8-F7C8-1761-B27B31C8C233}"/>
          </ac:spMkLst>
        </pc:spChg>
        <pc:spChg chg="mod">
          <ac:chgData name="Akshaya Murari" userId="f6a576e164f738b0" providerId="LiveId" clId="{5D34036A-79AC-4E8E-987E-98816EE491B4}" dt="2025-11-30T11:01:58.269" v="1147" actId="20577"/>
          <ac:spMkLst>
            <pc:docMk/>
            <pc:sldMk cId="2088761101" sldId="260"/>
            <ac:spMk id="375" creationId="{2D539419-FA4B-08C9-A5FB-BF913B7A49CC}"/>
          </ac:spMkLst>
        </pc:spChg>
        <pc:spChg chg="mod">
          <ac:chgData name="Akshaya Murari" userId="f6a576e164f738b0" providerId="LiveId" clId="{5D34036A-79AC-4E8E-987E-98816EE491B4}" dt="2025-11-30T11:03:49.888" v="1191" actId="20577"/>
          <ac:spMkLst>
            <pc:docMk/>
            <pc:sldMk cId="2088761101" sldId="260"/>
            <ac:spMk id="383" creationId="{5D9E678E-8793-0A51-767E-5D32A9768377}"/>
          </ac:spMkLst>
        </pc:spChg>
        <pc:spChg chg="mod">
          <ac:chgData name="Akshaya Murari" userId="f6a576e164f738b0" providerId="LiveId" clId="{5D34036A-79AC-4E8E-987E-98816EE491B4}" dt="2025-11-30T11:03:32.418" v="1182" actId="571"/>
          <ac:spMkLst>
            <pc:docMk/>
            <pc:sldMk cId="2088761101" sldId="260"/>
            <ac:spMk id="384" creationId="{9E30F849-EE16-CDFD-8EF5-7114B00E5953}"/>
          </ac:spMkLst>
        </pc:spChg>
        <pc:spChg chg="mod">
          <ac:chgData name="Akshaya Murari" userId="f6a576e164f738b0" providerId="LiveId" clId="{5D34036A-79AC-4E8E-987E-98816EE491B4}" dt="2025-11-30T11:03:52.595" v="1196" actId="20577"/>
          <ac:spMkLst>
            <pc:docMk/>
            <pc:sldMk cId="2088761101" sldId="260"/>
            <ac:spMk id="385" creationId="{AF7CF0ED-84E3-8A64-5009-2182559D2065}"/>
          </ac:spMkLst>
        </pc:spChg>
        <pc:spChg chg="mod">
          <ac:chgData name="Akshaya Murari" userId="f6a576e164f738b0" providerId="LiveId" clId="{5D34036A-79AC-4E8E-987E-98816EE491B4}" dt="2025-11-30T11:03:45.914" v="1187" actId="20577"/>
          <ac:spMkLst>
            <pc:docMk/>
            <pc:sldMk cId="2088761101" sldId="260"/>
            <ac:spMk id="387" creationId="{8D953667-96B4-EB31-5351-655D821677C8}"/>
          </ac:spMkLst>
        </pc:spChg>
        <pc:spChg chg="mod">
          <ac:chgData name="Akshaya Murari" userId="f6a576e164f738b0" providerId="LiveId" clId="{5D34036A-79AC-4E8E-987E-98816EE491B4}" dt="2025-11-30T11:03:57.075" v="1203" actId="20577"/>
          <ac:spMkLst>
            <pc:docMk/>
            <pc:sldMk cId="2088761101" sldId="260"/>
            <ac:spMk id="389" creationId="{46A91BF6-3E20-EA13-5EC0-F77A31F43251}"/>
          </ac:spMkLst>
        </pc:spChg>
        <pc:spChg chg="mod">
          <ac:chgData name="Akshaya Murari" userId="f6a576e164f738b0" providerId="LiveId" clId="{5D34036A-79AC-4E8E-987E-98816EE491B4}" dt="2025-11-30T11:03:43.539" v="1185" actId="20577"/>
          <ac:spMkLst>
            <pc:docMk/>
            <pc:sldMk cId="2088761101" sldId="260"/>
            <ac:spMk id="391" creationId="{CC486096-7F32-69B2-D484-1745B267FF78}"/>
          </ac:spMkLst>
        </pc:spChg>
        <pc:spChg chg="mod">
          <ac:chgData name="Akshaya Murari" userId="f6a576e164f738b0" providerId="LiveId" clId="{5D34036A-79AC-4E8E-987E-98816EE491B4}" dt="2025-11-30T11:04:08.792" v="1219" actId="20577"/>
          <ac:spMkLst>
            <pc:docMk/>
            <pc:sldMk cId="2088761101" sldId="260"/>
            <ac:spMk id="399" creationId="{B247AD6B-5A9E-B218-56A1-653563AD567D}"/>
          </ac:spMkLst>
        </pc:spChg>
        <pc:spChg chg="mod">
          <ac:chgData name="Akshaya Murari" userId="f6a576e164f738b0" providerId="LiveId" clId="{5D34036A-79AC-4E8E-987E-98816EE491B4}" dt="2025-11-30T11:03:32.418" v="1182" actId="571"/>
          <ac:spMkLst>
            <pc:docMk/>
            <pc:sldMk cId="2088761101" sldId="260"/>
            <ac:spMk id="400" creationId="{541F764A-760C-F78D-BCFB-AA866F0CEE30}"/>
          </ac:spMkLst>
        </pc:spChg>
        <pc:spChg chg="mod">
          <ac:chgData name="Akshaya Murari" userId="f6a576e164f738b0" providerId="LiveId" clId="{5D34036A-79AC-4E8E-987E-98816EE491B4}" dt="2025-11-30T11:04:14.124" v="1222" actId="20577"/>
          <ac:spMkLst>
            <pc:docMk/>
            <pc:sldMk cId="2088761101" sldId="260"/>
            <ac:spMk id="401" creationId="{C4EC14C1-DA3F-BDB4-ECC2-D23B829F35B4}"/>
          </ac:spMkLst>
        </pc:spChg>
        <pc:spChg chg="mod">
          <ac:chgData name="Akshaya Murari" userId="f6a576e164f738b0" providerId="LiveId" clId="{5D34036A-79AC-4E8E-987E-98816EE491B4}" dt="2025-11-30T11:04:04.891" v="1215" actId="20577"/>
          <ac:spMkLst>
            <pc:docMk/>
            <pc:sldMk cId="2088761101" sldId="260"/>
            <ac:spMk id="403" creationId="{56897FBE-6B99-2471-1189-25D4D6925F0A}"/>
          </ac:spMkLst>
        </pc:spChg>
        <pc:spChg chg="mod">
          <ac:chgData name="Akshaya Murari" userId="f6a576e164f738b0" providerId="LiveId" clId="{5D34036A-79AC-4E8E-987E-98816EE491B4}" dt="2025-11-30T11:04:16.962" v="1228" actId="20577"/>
          <ac:spMkLst>
            <pc:docMk/>
            <pc:sldMk cId="2088761101" sldId="260"/>
            <ac:spMk id="405" creationId="{CA243AA6-ED14-A89D-E13F-6841568001ED}"/>
          </ac:spMkLst>
        </pc:spChg>
        <pc:spChg chg="mod">
          <ac:chgData name="Akshaya Murari" userId="f6a576e164f738b0" providerId="LiveId" clId="{5D34036A-79AC-4E8E-987E-98816EE491B4}" dt="2025-11-30T11:04:00.356" v="1209" actId="20577"/>
          <ac:spMkLst>
            <pc:docMk/>
            <pc:sldMk cId="2088761101" sldId="260"/>
            <ac:spMk id="407" creationId="{BF2AA837-5813-8C94-21E9-2DC9DB187D13}"/>
          </ac:spMkLst>
        </pc:spChg>
        <pc:spChg chg="mod">
          <ac:chgData name="Akshaya Murari" userId="f6a576e164f738b0" providerId="LiveId" clId="{5D34036A-79AC-4E8E-987E-98816EE491B4}" dt="2025-11-30T11:04:30.881" v="1242" actId="20577"/>
          <ac:spMkLst>
            <pc:docMk/>
            <pc:sldMk cId="2088761101" sldId="260"/>
            <ac:spMk id="415" creationId="{84067F89-CEDA-193E-A90B-E24E9E5AC173}"/>
          </ac:spMkLst>
        </pc:spChg>
        <pc:spChg chg="mod">
          <ac:chgData name="Akshaya Murari" userId="f6a576e164f738b0" providerId="LiveId" clId="{5D34036A-79AC-4E8E-987E-98816EE491B4}" dt="2025-11-30T11:03:32.418" v="1182" actId="571"/>
          <ac:spMkLst>
            <pc:docMk/>
            <pc:sldMk cId="2088761101" sldId="260"/>
            <ac:spMk id="416" creationId="{21578151-99EF-D614-B479-50C03442ED8F}"/>
          </ac:spMkLst>
        </pc:spChg>
        <pc:spChg chg="mod">
          <ac:chgData name="Akshaya Murari" userId="f6a576e164f738b0" providerId="LiveId" clId="{5D34036A-79AC-4E8E-987E-98816EE491B4}" dt="2025-11-30T11:04:33.783" v="1248" actId="20577"/>
          <ac:spMkLst>
            <pc:docMk/>
            <pc:sldMk cId="2088761101" sldId="260"/>
            <ac:spMk id="417" creationId="{FAE92473-7702-2855-C428-839BE9EE8FDB}"/>
          </ac:spMkLst>
        </pc:spChg>
        <pc:spChg chg="mod">
          <ac:chgData name="Akshaya Murari" userId="f6a576e164f738b0" providerId="LiveId" clId="{5D34036A-79AC-4E8E-987E-98816EE491B4}" dt="2025-11-30T11:04:26.327" v="1239" actId="20577"/>
          <ac:spMkLst>
            <pc:docMk/>
            <pc:sldMk cId="2088761101" sldId="260"/>
            <ac:spMk id="419" creationId="{5A0A56BE-289A-75EC-1B76-B9ED92860646}"/>
          </ac:spMkLst>
        </pc:spChg>
        <pc:spChg chg="mod">
          <ac:chgData name="Akshaya Murari" userId="f6a576e164f738b0" providerId="LiveId" clId="{5D34036A-79AC-4E8E-987E-98816EE491B4}" dt="2025-11-30T11:04:38.934" v="1254" actId="20577"/>
          <ac:spMkLst>
            <pc:docMk/>
            <pc:sldMk cId="2088761101" sldId="260"/>
            <ac:spMk id="421" creationId="{49E9CDA3-A536-225D-B762-E8FD2B90951C}"/>
          </ac:spMkLst>
        </pc:spChg>
        <pc:spChg chg="mod">
          <ac:chgData name="Akshaya Murari" userId="f6a576e164f738b0" providerId="LiveId" clId="{5D34036A-79AC-4E8E-987E-98816EE491B4}" dt="2025-11-30T11:04:21.722" v="1231" actId="20577"/>
          <ac:spMkLst>
            <pc:docMk/>
            <pc:sldMk cId="2088761101" sldId="260"/>
            <ac:spMk id="423" creationId="{0B0A380A-A580-0CA1-04CF-3E6637EFB1F8}"/>
          </ac:spMkLst>
        </pc:spChg>
        <pc:spChg chg="mod">
          <ac:chgData name="Akshaya Murari" userId="f6a576e164f738b0" providerId="LiveId" clId="{5D34036A-79AC-4E8E-987E-98816EE491B4}" dt="2025-11-30T11:04:52.795" v="1263" actId="20577"/>
          <ac:spMkLst>
            <pc:docMk/>
            <pc:sldMk cId="2088761101" sldId="260"/>
            <ac:spMk id="431" creationId="{7405CCE2-722E-D26D-A03C-1015FF74D108}"/>
          </ac:spMkLst>
        </pc:spChg>
        <pc:spChg chg="mod">
          <ac:chgData name="Akshaya Murari" userId="f6a576e164f738b0" providerId="LiveId" clId="{5D34036A-79AC-4E8E-987E-98816EE491B4}" dt="2025-11-30T11:04:55.783" v="1266" actId="20577"/>
          <ac:spMkLst>
            <pc:docMk/>
            <pc:sldMk cId="2088761101" sldId="260"/>
            <ac:spMk id="433" creationId="{1E5CEB0C-3C06-5B60-7B15-14286C652D05}"/>
          </ac:spMkLst>
        </pc:spChg>
        <pc:spChg chg="mod">
          <ac:chgData name="Akshaya Murari" userId="f6a576e164f738b0" providerId="LiveId" clId="{5D34036A-79AC-4E8E-987E-98816EE491B4}" dt="2025-11-30T11:04:47.086" v="1260" actId="20577"/>
          <ac:spMkLst>
            <pc:docMk/>
            <pc:sldMk cId="2088761101" sldId="260"/>
            <ac:spMk id="435" creationId="{D120B741-5E3D-F82B-C8DB-8327CCB8629B}"/>
          </ac:spMkLst>
        </pc:spChg>
        <pc:spChg chg="mod">
          <ac:chgData name="Akshaya Murari" userId="f6a576e164f738b0" providerId="LiveId" clId="{5D34036A-79AC-4E8E-987E-98816EE491B4}" dt="2025-11-30T11:04:59.964" v="1269" actId="20577"/>
          <ac:spMkLst>
            <pc:docMk/>
            <pc:sldMk cId="2088761101" sldId="260"/>
            <ac:spMk id="437" creationId="{C08D4092-8F08-27E9-5881-9A1530086AE6}"/>
          </ac:spMkLst>
        </pc:spChg>
        <pc:spChg chg="mod">
          <ac:chgData name="Akshaya Murari" userId="f6a576e164f738b0" providerId="LiveId" clId="{5D34036A-79AC-4E8E-987E-98816EE491B4}" dt="2025-11-30T11:04:44.360" v="1257" actId="20577"/>
          <ac:spMkLst>
            <pc:docMk/>
            <pc:sldMk cId="2088761101" sldId="260"/>
            <ac:spMk id="439" creationId="{596658D8-C507-A528-E673-5C5991AC3928}"/>
          </ac:spMkLst>
        </pc:spChg>
        <pc:spChg chg="mod">
          <ac:chgData name="Akshaya Murari" userId="f6a576e164f738b0" providerId="LiveId" clId="{5D34036A-79AC-4E8E-987E-98816EE491B4}" dt="2025-11-30T11:05:13.937" v="1279" actId="20577"/>
          <ac:spMkLst>
            <pc:docMk/>
            <pc:sldMk cId="2088761101" sldId="260"/>
            <ac:spMk id="447" creationId="{C69D70CF-CA33-2E45-AFB9-D05D3E6AFF55}"/>
          </ac:spMkLst>
        </pc:spChg>
        <pc:spChg chg="mod">
          <ac:chgData name="Akshaya Murari" userId="f6a576e164f738b0" providerId="LiveId" clId="{5D34036A-79AC-4E8E-987E-98816EE491B4}" dt="2025-11-30T11:05:19.986" v="1282" actId="20577"/>
          <ac:spMkLst>
            <pc:docMk/>
            <pc:sldMk cId="2088761101" sldId="260"/>
            <ac:spMk id="449" creationId="{7BCB2544-A9E7-51D2-3206-82728BE286C1}"/>
          </ac:spMkLst>
        </pc:spChg>
        <pc:spChg chg="mod">
          <ac:chgData name="Akshaya Murari" userId="f6a576e164f738b0" providerId="LiveId" clId="{5D34036A-79AC-4E8E-987E-98816EE491B4}" dt="2025-11-30T11:03:32.418" v="1182" actId="571"/>
          <ac:spMkLst>
            <pc:docMk/>
            <pc:sldMk cId="2088761101" sldId="260"/>
            <ac:spMk id="450" creationId="{D40F5354-4C7B-A74F-7C2D-510BB5041D63}"/>
          </ac:spMkLst>
        </pc:spChg>
        <pc:spChg chg="mod">
          <ac:chgData name="Akshaya Murari" userId="f6a576e164f738b0" providerId="LiveId" clId="{5D34036A-79AC-4E8E-987E-98816EE491B4}" dt="2025-11-30T11:05:08.582" v="1275" actId="20577"/>
          <ac:spMkLst>
            <pc:docMk/>
            <pc:sldMk cId="2088761101" sldId="260"/>
            <ac:spMk id="451" creationId="{99A7AC27-B454-7A86-DAE8-3C5947573659}"/>
          </ac:spMkLst>
        </pc:spChg>
        <pc:spChg chg="mod">
          <ac:chgData name="Akshaya Murari" userId="f6a576e164f738b0" providerId="LiveId" clId="{5D34036A-79AC-4E8E-987E-98816EE491B4}" dt="2025-11-30T11:05:24.102" v="1285" actId="20577"/>
          <ac:spMkLst>
            <pc:docMk/>
            <pc:sldMk cId="2088761101" sldId="260"/>
            <ac:spMk id="453" creationId="{F9DAA270-F3CA-9343-4EF5-A103E7DC5C70}"/>
          </ac:spMkLst>
        </pc:spChg>
        <pc:spChg chg="mod">
          <ac:chgData name="Akshaya Murari" userId="f6a576e164f738b0" providerId="LiveId" clId="{5D34036A-79AC-4E8E-987E-98816EE491B4}" dt="2025-11-30T11:05:03.690" v="1272" actId="20577"/>
          <ac:spMkLst>
            <pc:docMk/>
            <pc:sldMk cId="2088761101" sldId="260"/>
            <ac:spMk id="455" creationId="{8F51C635-2634-155D-3BA5-CF66838F3CDA}"/>
          </ac:spMkLst>
        </pc:spChg>
        <pc:spChg chg="add mod">
          <ac:chgData name="Akshaya Murari" userId="f6a576e164f738b0" providerId="LiveId" clId="{5D34036A-79AC-4E8E-987E-98816EE491B4}" dt="2025-12-01T03:52:19.635" v="6184" actId="20577"/>
          <ac:spMkLst>
            <pc:docMk/>
            <pc:sldMk cId="2088761101" sldId="260"/>
            <ac:spMk id="459" creationId="{D38DC6DA-618F-970A-F7F5-5762E8F13BA4}"/>
          </ac:spMkLst>
        </pc:spChg>
        <pc:spChg chg="add mod">
          <ac:chgData name="Akshaya Murari" userId="f6a576e164f738b0" providerId="LiveId" clId="{5D34036A-79AC-4E8E-987E-98816EE491B4}" dt="2025-11-30T11:10:57.473" v="1812" actId="20577"/>
          <ac:spMkLst>
            <pc:docMk/>
            <pc:sldMk cId="2088761101" sldId="260"/>
            <ac:spMk id="460" creationId="{F8C0EF7C-7683-9BCF-659B-9F1E3C7D9E98}"/>
          </ac:spMkLst>
        </pc:spChg>
        <pc:spChg chg="add mod">
          <ac:chgData name="Akshaya Murari" userId="f6a576e164f738b0" providerId="LiveId" clId="{5D34036A-79AC-4E8E-987E-98816EE491B4}" dt="2025-11-30T11:12:14.542" v="1854" actId="164"/>
          <ac:spMkLst>
            <pc:docMk/>
            <pc:sldMk cId="2088761101" sldId="260"/>
            <ac:spMk id="461" creationId="{1D0D7C33-940A-B404-C58E-E826BBE00A79}"/>
          </ac:spMkLst>
        </pc:spChg>
        <pc:spChg chg="add mod">
          <ac:chgData name="Akshaya Murari" userId="f6a576e164f738b0" providerId="LiveId" clId="{5D34036A-79AC-4E8E-987E-98816EE491B4}" dt="2025-11-30T11:12:14.542" v="1854" actId="164"/>
          <ac:spMkLst>
            <pc:docMk/>
            <pc:sldMk cId="2088761101" sldId="260"/>
            <ac:spMk id="462" creationId="{BEDADE30-77EC-D1E1-86C8-B8F26EC8B3D3}"/>
          </ac:spMkLst>
        </pc:spChg>
        <pc:spChg chg="mod topLvl">
          <ac:chgData name="Akshaya Murari" userId="f6a576e164f738b0" providerId="LiveId" clId="{5D34036A-79AC-4E8E-987E-98816EE491B4}" dt="2025-11-30T11:15:22.432" v="2064" actId="164"/>
          <ac:spMkLst>
            <pc:docMk/>
            <pc:sldMk cId="2088761101" sldId="260"/>
            <ac:spMk id="465" creationId="{CD158379-2DAD-DAB1-79B1-EBE67E550B7D}"/>
          </ac:spMkLst>
        </pc:spChg>
        <pc:spChg chg="mod topLvl">
          <ac:chgData name="Akshaya Murari" userId="f6a576e164f738b0" providerId="LiveId" clId="{5D34036A-79AC-4E8E-987E-98816EE491B4}" dt="2025-11-30T11:15:22.432" v="2064" actId="164"/>
          <ac:spMkLst>
            <pc:docMk/>
            <pc:sldMk cId="2088761101" sldId="260"/>
            <ac:spMk id="466" creationId="{1925B1DB-135F-1058-CEDB-043E9B98BA1A}"/>
          </ac:spMkLst>
        </pc:spChg>
        <pc:spChg chg="mod topLvl">
          <ac:chgData name="Akshaya Murari" userId="f6a576e164f738b0" providerId="LiveId" clId="{5D34036A-79AC-4E8E-987E-98816EE491B4}" dt="2025-11-30T11:15:10.460" v="2063" actId="164"/>
          <ac:spMkLst>
            <pc:docMk/>
            <pc:sldMk cId="2088761101" sldId="260"/>
            <ac:spMk id="468" creationId="{AF7E9907-632F-2975-6B81-57B943C6CDEB}"/>
          </ac:spMkLst>
        </pc:spChg>
        <pc:spChg chg="mod topLvl">
          <ac:chgData name="Akshaya Murari" userId="f6a576e164f738b0" providerId="LiveId" clId="{5D34036A-79AC-4E8E-987E-98816EE491B4}" dt="2025-11-30T11:15:10.460" v="2063" actId="164"/>
          <ac:spMkLst>
            <pc:docMk/>
            <pc:sldMk cId="2088761101" sldId="260"/>
            <ac:spMk id="469" creationId="{B4926E6B-2A3A-F09A-9B74-60D348B706C2}"/>
          </ac:spMkLst>
        </pc:spChg>
        <pc:spChg chg="mod topLvl">
          <ac:chgData name="Akshaya Murari" userId="f6a576e164f738b0" providerId="LiveId" clId="{5D34036A-79AC-4E8E-987E-98816EE491B4}" dt="2025-11-30T11:20:06.371" v="2677" actId="164"/>
          <ac:spMkLst>
            <pc:docMk/>
            <pc:sldMk cId="2088761101" sldId="260"/>
            <ac:spMk id="471" creationId="{2D38F29E-25E3-59C8-186A-6C33190248C8}"/>
          </ac:spMkLst>
        </pc:spChg>
        <pc:spChg chg="mod topLvl">
          <ac:chgData name="Akshaya Murari" userId="f6a576e164f738b0" providerId="LiveId" clId="{5D34036A-79AC-4E8E-987E-98816EE491B4}" dt="2025-11-30T11:20:06.371" v="2677" actId="164"/>
          <ac:spMkLst>
            <pc:docMk/>
            <pc:sldMk cId="2088761101" sldId="260"/>
            <ac:spMk id="472" creationId="{0E9A5236-B62B-3A8C-0C4D-D34FE3EA63A3}"/>
          </ac:spMkLst>
        </pc:spChg>
        <pc:spChg chg="add mod">
          <ac:chgData name="Akshaya Murari" userId="f6a576e164f738b0" providerId="LiveId" clId="{5D34036A-79AC-4E8E-987E-98816EE491B4}" dt="2025-11-30T11:24:35.583" v="2777"/>
          <ac:spMkLst>
            <pc:docMk/>
            <pc:sldMk cId="2088761101" sldId="260"/>
            <ac:spMk id="481" creationId="{9974EDD6-7B30-FBE3-DD32-749DA2831935}"/>
          </ac:spMkLst>
        </pc:spChg>
        <pc:spChg chg="add mod">
          <ac:chgData name="Akshaya Murari" userId="f6a576e164f738b0" providerId="LiveId" clId="{5D34036A-79AC-4E8E-987E-98816EE491B4}" dt="2025-11-30T11:27:47.714" v="2794"/>
          <ac:spMkLst>
            <pc:docMk/>
            <pc:sldMk cId="2088761101" sldId="260"/>
            <ac:spMk id="482" creationId="{99F22C54-7CF6-D417-7194-D459B36F1EED}"/>
          </ac:spMkLst>
        </pc:spChg>
        <pc:grpChg chg="add mod">
          <ac:chgData name="Akshaya Murari" userId="f6a576e164f738b0" providerId="LiveId" clId="{5D34036A-79AC-4E8E-987E-98816EE491B4}" dt="2025-11-30T10:56:00.114" v="871" actId="164"/>
          <ac:grpSpMkLst>
            <pc:docMk/>
            <pc:sldMk cId="2088761101" sldId="260"/>
            <ac:grpSpMk id="43" creationId="{9EA087AD-1116-3A99-0C1C-EC0D305C078A}"/>
          </ac:grpSpMkLst>
        </pc:grpChg>
        <pc:grpChg chg="add mod">
          <ac:chgData name="Akshaya Murari" userId="f6a576e164f738b0" providerId="LiveId" clId="{5D34036A-79AC-4E8E-987E-98816EE491B4}" dt="2025-11-30T10:56:00.114" v="871" actId="164"/>
          <ac:grpSpMkLst>
            <pc:docMk/>
            <pc:sldMk cId="2088761101" sldId="260"/>
            <ac:grpSpMk id="134" creationId="{22BE1D59-BE9F-9AD1-5B79-77A17A8BE031}"/>
          </ac:grpSpMkLst>
        </pc:grpChg>
        <pc:grpChg chg="add mod">
          <ac:chgData name="Akshaya Murari" userId="f6a576e164f738b0" providerId="LiveId" clId="{5D34036A-79AC-4E8E-987E-98816EE491B4}" dt="2025-11-30T10:56:00.114" v="871" actId="164"/>
          <ac:grpSpMkLst>
            <pc:docMk/>
            <pc:sldMk cId="2088761101" sldId="260"/>
            <ac:grpSpMk id="137" creationId="{4F44D314-9365-47A0-A8EC-2B2057BB410B}"/>
          </ac:grpSpMkLst>
        </pc:grpChg>
        <pc:grpChg chg="add mod">
          <ac:chgData name="Akshaya Murari" userId="f6a576e164f738b0" providerId="LiveId" clId="{5D34036A-79AC-4E8E-987E-98816EE491B4}" dt="2025-11-30T10:56:00.114" v="871" actId="164"/>
          <ac:grpSpMkLst>
            <pc:docMk/>
            <pc:sldMk cId="2088761101" sldId="260"/>
            <ac:grpSpMk id="140" creationId="{0CD7BC14-217F-996B-0D75-2760E66C90E3}"/>
          </ac:grpSpMkLst>
        </pc:grpChg>
        <pc:grpChg chg="add mod">
          <ac:chgData name="Akshaya Murari" userId="f6a576e164f738b0" providerId="LiveId" clId="{5D34036A-79AC-4E8E-987E-98816EE491B4}" dt="2025-11-30T10:56:00.114" v="871" actId="164"/>
          <ac:grpSpMkLst>
            <pc:docMk/>
            <pc:sldMk cId="2088761101" sldId="260"/>
            <ac:grpSpMk id="143" creationId="{5734EB1D-4A0B-0F3A-6F5D-CB59DE594594}"/>
          </ac:grpSpMkLst>
        </pc:grpChg>
        <pc:grpChg chg="mod">
          <ac:chgData name="Akshaya Murari" userId="f6a576e164f738b0" providerId="LiveId" clId="{5D34036A-79AC-4E8E-987E-98816EE491B4}" dt="2025-11-30T10:56:04.613" v="872" actId="164"/>
          <ac:grpSpMkLst>
            <pc:docMk/>
            <pc:sldMk cId="2088761101" sldId="260"/>
            <ac:grpSpMk id="146" creationId="{7D2E1A8F-D9C1-2907-7D02-42C11FBC4A7C}"/>
          </ac:grpSpMkLst>
        </pc:grpChg>
        <pc:grpChg chg="mod">
          <ac:chgData name="Akshaya Murari" userId="f6a576e164f738b0" providerId="LiveId" clId="{5D34036A-79AC-4E8E-987E-98816EE491B4}" dt="2025-11-30T10:56:04.613" v="872" actId="164"/>
          <ac:grpSpMkLst>
            <pc:docMk/>
            <pc:sldMk cId="2088761101" sldId="260"/>
            <ac:grpSpMk id="149" creationId="{ECA45F1F-88A9-394B-48EE-B765416C9DC1}"/>
          </ac:grpSpMkLst>
        </pc:grpChg>
        <pc:grpChg chg="mod">
          <ac:chgData name="Akshaya Murari" userId="f6a576e164f738b0" providerId="LiveId" clId="{5D34036A-79AC-4E8E-987E-98816EE491B4}" dt="2025-11-30T10:56:04.613" v="872" actId="164"/>
          <ac:grpSpMkLst>
            <pc:docMk/>
            <pc:sldMk cId="2088761101" sldId="260"/>
            <ac:grpSpMk id="152" creationId="{502B63D2-1828-10AC-229A-623544ED7272}"/>
          </ac:grpSpMkLst>
        </pc:grpChg>
        <pc:grpChg chg="mod">
          <ac:chgData name="Akshaya Murari" userId="f6a576e164f738b0" providerId="LiveId" clId="{5D34036A-79AC-4E8E-987E-98816EE491B4}" dt="2025-11-30T10:56:04.613" v="872" actId="164"/>
          <ac:grpSpMkLst>
            <pc:docMk/>
            <pc:sldMk cId="2088761101" sldId="260"/>
            <ac:grpSpMk id="155" creationId="{B0932190-8FD2-7475-0A89-DB062DD90BFF}"/>
          </ac:grpSpMkLst>
        </pc:grpChg>
        <pc:grpChg chg="mod">
          <ac:chgData name="Akshaya Murari" userId="f6a576e164f738b0" providerId="LiveId" clId="{5D34036A-79AC-4E8E-987E-98816EE491B4}" dt="2025-11-30T10:56:04.613" v="872" actId="164"/>
          <ac:grpSpMkLst>
            <pc:docMk/>
            <pc:sldMk cId="2088761101" sldId="260"/>
            <ac:grpSpMk id="158" creationId="{C61CE522-CD08-A5D9-5044-0C13EB38D93A}"/>
          </ac:grpSpMkLst>
        </pc:grpChg>
        <pc:grpChg chg="mod">
          <ac:chgData name="Akshaya Murari" userId="f6a576e164f738b0" providerId="LiveId" clId="{5D34036A-79AC-4E8E-987E-98816EE491B4}" dt="2025-11-30T10:56:09.370" v="873" actId="164"/>
          <ac:grpSpMkLst>
            <pc:docMk/>
            <pc:sldMk cId="2088761101" sldId="260"/>
            <ac:grpSpMk id="161" creationId="{13DE8A1D-8E6E-5F8E-AB1C-652FFD1053DB}"/>
          </ac:grpSpMkLst>
        </pc:grpChg>
        <pc:grpChg chg="mod">
          <ac:chgData name="Akshaya Murari" userId="f6a576e164f738b0" providerId="LiveId" clId="{5D34036A-79AC-4E8E-987E-98816EE491B4}" dt="2025-11-30T10:56:09.370" v="873" actId="164"/>
          <ac:grpSpMkLst>
            <pc:docMk/>
            <pc:sldMk cId="2088761101" sldId="260"/>
            <ac:grpSpMk id="164" creationId="{D672965D-BE4C-4247-98D8-CD56016644A9}"/>
          </ac:grpSpMkLst>
        </pc:grpChg>
        <pc:grpChg chg="mod">
          <ac:chgData name="Akshaya Murari" userId="f6a576e164f738b0" providerId="LiveId" clId="{5D34036A-79AC-4E8E-987E-98816EE491B4}" dt="2025-11-30T10:56:09.370" v="873" actId="164"/>
          <ac:grpSpMkLst>
            <pc:docMk/>
            <pc:sldMk cId="2088761101" sldId="260"/>
            <ac:grpSpMk id="167" creationId="{B251B598-1EDA-9C74-C155-DC642FCB1867}"/>
          </ac:grpSpMkLst>
        </pc:grpChg>
        <pc:grpChg chg="mod">
          <ac:chgData name="Akshaya Murari" userId="f6a576e164f738b0" providerId="LiveId" clId="{5D34036A-79AC-4E8E-987E-98816EE491B4}" dt="2025-11-30T10:56:09.370" v="873" actId="164"/>
          <ac:grpSpMkLst>
            <pc:docMk/>
            <pc:sldMk cId="2088761101" sldId="260"/>
            <ac:grpSpMk id="170" creationId="{DF4F13D1-8EE9-4ED4-8477-4B916B8A5C37}"/>
          </ac:grpSpMkLst>
        </pc:grpChg>
        <pc:grpChg chg="mod">
          <ac:chgData name="Akshaya Murari" userId="f6a576e164f738b0" providerId="LiveId" clId="{5D34036A-79AC-4E8E-987E-98816EE491B4}" dt="2025-11-30T10:56:09.370" v="873" actId="164"/>
          <ac:grpSpMkLst>
            <pc:docMk/>
            <pc:sldMk cId="2088761101" sldId="260"/>
            <ac:grpSpMk id="173" creationId="{DC5576A6-772A-B1CB-3461-00C82500E77D}"/>
          </ac:grpSpMkLst>
        </pc:grpChg>
        <pc:grpChg chg="mod">
          <ac:chgData name="Akshaya Murari" userId="f6a576e164f738b0" providerId="LiveId" clId="{5D34036A-79AC-4E8E-987E-98816EE491B4}" dt="2025-11-30T10:56:14.741" v="874" actId="164"/>
          <ac:grpSpMkLst>
            <pc:docMk/>
            <pc:sldMk cId="2088761101" sldId="260"/>
            <ac:grpSpMk id="176" creationId="{9E1E8964-B41F-2217-5BB9-884C9C6E6E29}"/>
          </ac:grpSpMkLst>
        </pc:grpChg>
        <pc:grpChg chg="mod">
          <ac:chgData name="Akshaya Murari" userId="f6a576e164f738b0" providerId="LiveId" clId="{5D34036A-79AC-4E8E-987E-98816EE491B4}" dt="2025-11-30T10:56:14.741" v="874" actId="164"/>
          <ac:grpSpMkLst>
            <pc:docMk/>
            <pc:sldMk cId="2088761101" sldId="260"/>
            <ac:grpSpMk id="179" creationId="{19A47AED-C497-D610-9E29-8B85D2A5AF5F}"/>
          </ac:grpSpMkLst>
        </pc:grpChg>
        <pc:grpChg chg="mod">
          <ac:chgData name="Akshaya Murari" userId="f6a576e164f738b0" providerId="LiveId" clId="{5D34036A-79AC-4E8E-987E-98816EE491B4}" dt="2025-11-30T10:56:14.741" v="874" actId="164"/>
          <ac:grpSpMkLst>
            <pc:docMk/>
            <pc:sldMk cId="2088761101" sldId="260"/>
            <ac:grpSpMk id="182" creationId="{2542F284-6C3B-2527-03E0-0B1C70F6E62A}"/>
          </ac:grpSpMkLst>
        </pc:grpChg>
        <pc:grpChg chg="mod">
          <ac:chgData name="Akshaya Murari" userId="f6a576e164f738b0" providerId="LiveId" clId="{5D34036A-79AC-4E8E-987E-98816EE491B4}" dt="2025-11-30T10:56:14.741" v="874" actId="164"/>
          <ac:grpSpMkLst>
            <pc:docMk/>
            <pc:sldMk cId="2088761101" sldId="260"/>
            <ac:grpSpMk id="185" creationId="{649A10EC-91F1-51FF-3396-35FFB76C9B36}"/>
          </ac:grpSpMkLst>
        </pc:grpChg>
        <pc:grpChg chg="mod">
          <ac:chgData name="Akshaya Murari" userId="f6a576e164f738b0" providerId="LiveId" clId="{5D34036A-79AC-4E8E-987E-98816EE491B4}" dt="2025-11-30T10:56:14.741" v="874" actId="164"/>
          <ac:grpSpMkLst>
            <pc:docMk/>
            <pc:sldMk cId="2088761101" sldId="260"/>
            <ac:grpSpMk id="188" creationId="{543199A7-45EE-01FE-DDAF-98E9E840A237}"/>
          </ac:grpSpMkLst>
        </pc:grpChg>
        <pc:grpChg chg="mod">
          <ac:chgData name="Akshaya Murari" userId="f6a576e164f738b0" providerId="LiveId" clId="{5D34036A-79AC-4E8E-987E-98816EE491B4}" dt="2025-11-30T10:56:19.731" v="875" actId="164"/>
          <ac:grpSpMkLst>
            <pc:docMk/>
            <pc:sldMk cId="2088761101" sldId="260"/>
            <ac:grpSpMk id="191" creationId="{A584FF24-2527-B230-52DC-B57668AB17F5}"/>
          </ac:grpSpMkLst>
        </pc:grpChg>
        <pc:grpChg chg="mod">
          <ac:chgData name="Akshaya Murari" userId="f6a576e164f738b0" providerId="LiveId" clId="{5D34036A-79AC-4E8E-987E-98816EE491B4}" dt="2025-11-30T10:56:19.731" v="875" actId="164"/>
          <ac:grpSpMkLst>
            <pc:docMk/>
            <pc:sldMk cId="2088761101" sldId="260"/>
            <ac:grpSpMk id="194" creationId="{42E04610-05BA-A48E-4F98-92586E114456}"/>
          </ac:grpSpMkLst>
        </pc:grpChg>
        <pc:grpChg chg="mod">
          <ac:chgData name="Akshaya Murari" userId="f6a576e164f738b0" providerId="LiveId" clId="{5D34036A-79AC-4E8E-987E-98816EE491B4}" dt="2025-11-30T10:56:19.731" v="875" actId="164"/>
          <ac:grpSpMkLst>
            <pc:docMk/>
            <pc:sldMk cId="2088761101" sldId="260"/>
            <ac:grpSpMk id="197" creationId="{7DB1FD8E-9152-000B-D12D-3E2AE1FD48DF}"/>
          </ac:grpSpMkLst>
        </pc:grpChg>
        <pc:grpChg chg="mod">
          <ac:chgData name="Akshaya Murari" userId="f6a576e164f738b0" providerId="LiveId" clId="{5D34036A-79AC-4E8E-987E-98816EE491B4}" dt="2025-11-30T10:56:19.731" v="875" actId="164"/>
          <ac:grpSpMkLst>
            <pc:docMk/>
            <pc:sldMk cId="2088761101" sldId="260"/>
            <ac:grpSpMk id="200" creationId="{0B7A6D59-EBE7-661F-FB96-A47C7F329F26}"/>
          </ac:grpSpMkLst>
        </pc:grpChg>
        <pc:grpChg chg="mod">
          <ac:chgData name="Akshaya Murari" userId="f6a576e164f738b0" providerId="LiveId" clId="{5D34036A-79AC-4E8E-987E-98816EE491B4}" dt="2025-11-30T10:56:19.731" v="875" actId="164"/>
          <ac:grpSpMkLst>
            <pc:docMk/>
            <pc:sldMk cId="2088761101" sldId="260"/>
            <ac:grpSpMk id="203" creationId="{799F0B89-E37E-BF19-530A-CE4DF3B72824}"/>
          </ac:grpSpMkLst>
        </pc:grpChg>
        <pc:grpChg chg="add mod">
          <ac:chgData name="Akshaya Murari" userId="f6a576e164f738b0" providerId="LiveId" clId="{5D34036A-79AC-4E8E-987E-98816EE491B4}" dt="2025-11-30T11:06:32.177" v="1315" actId="1035"/>
          <ac:grpSpMkLst>
            <pc:docMk/>
            <pc:sldMk cId="2088761101" sldId="260"/>
            <ac:grpSpMk id="210" creationId="{B0F1BA81-EF27-76E3-B478-4FF912B45186}"/>
          </ac:grpSpMkLst>
        </pc:grpChg>
        <pc:grpChg chg="add mod">
          <ac:chgData name="Akshaya Murari" userId="f6a576e164f738b0" providerId="LiveId" clId="{5D34036A-79AC-4E8E-987E-98816EE491B4}" dt="2025-11-30T11:06:32.177" v="1315" actId="1035"/>
          <ac:grpSpMkLst>
            <pc:docMk/>
            <pc:sldMk cId="2088761101" sldId="260"/>
            <ac:grpSpMk id="211" creationId="{0BFFF507-6FC2-3641-6354-5A3216AB9D15}"/>
          </ac:grpSpMkLst>
        </pc:grpChg>
        <pc:grpChg chg="add mod">
          <ac:chgData name="Akshaya Murari" userId="f6a576e164f738b0" providerId="LiveId" clId="{5D34036A-79AC-4E8E-987E-98816EE491B4}" dt="2025-11-30T11:06:32.177" v="1315" actId="1035"/>
          <ac:grpSpMkLst>
            <pc:docMk/>
            <pc:sldMk cId="2088761101" sldId="260"/>
            <ac:grpSpMk id="212" creationId="{D8D9A732-EDD4-C9CF-40D8-19E2F9517800}"/>
          </ac:grpSpMkLst>
        </pc:grpChg>
        <pc:grpChg chg="add mod">
          <ac:chgData name="Akshaya Murari" userId="f6a576e164f738b0" providerId="LiveId" clId="{5D34036A-79AC-4E8E-987E-98816EE491B4}" dt="2025-11-30T11:06:32.177" v="1315" actId="1035"/>
          <ac:grpSpMkLst>
            <pc:docMk/>
            <pc:sldMk cId="2088761101" sldId="260"/>
            <ac:grpSpMk id="213" creationId="{81AB722F-C841-3669-3C25-FC3E2B8A8E05}"/>
          </ac:grpSpMkLst>
        </pc:grpChg>
        <pc:grpChg chg="add mod">
          <ac:chgData name="Akshaya Murari" userId="f6a576e164f738b0" providerId="LiveId" clId="{5D34036A-79AC-4E8E-987E-98816EE491B4}" dt="2025-11-30T11:00:05.888" v="1027" actId="1076"/>
          <ac:grpSpMkLst>
            <pc:docMk/>
            <pc:sldMk cId="2088761101" sldId="260"/>
            <ac:grpSpMk id="214" creationId="{F31A4ED1-01EF-CA52-A52E-14ADE0FEAEFB}"/>
          </ac:grpSpMkLst>
        </pc:grpChg>
        <pc:grpChg chg="mod">
          <ac:chgData name="Akshaya Murari" userId="f6a576e164f738b0" providerId="LiveId" clId="{5D34036A-79AC-4E8E-987E-98816EE491B4}" dt="2025-11-30T11:10:35.726" v="1790" actId="1035"/>
          <ac:grpSpMkLst>
            <pc:docMk/>
            <pc:sldMk cId="2088761101" sldId="260"/>
            <ac:grpSpMk id="217" creationId="{DEF6A21C-D72F-169D-7162-097AFDA1E6B0}"/>
          </ac:grpSpMkLst>
        </pc:grpChg>
        <pc:grpChg chg="mod">
          <ac:chgData name="Akshaya Murari" userId="f6a576e164f738b0" providerId="LiveId" clId="{5D34036A-79AC-4E8E-987E-98816EE491B4}" dt="2025-11-30T11:06:32.177" v="1315" actId="1035"/>
          <ac:grpSpMkLst>
            <pc:docMk/>
            <pc:sldMk cId="2088761101" sldId="260"/>
            <ac:grpSpMk id="296" creationId="{68140313-D53E-99D0-93C5-BF5FF569377E}"/>
          </ac:grpSpMkLst>
        </pc:grpChg>
        <pc:grpChg chg="mod">
          <ac:chgData name="Akshaya Murari" userId="f6a576e164f738b0" providerId="LiveId" clId="{5D34036A-79AC-4E8E-987E-98816EE491B4}" dt="2025-11-30T11:06:32.177" v="1315" actId="1035"/>
          <ac:grpSpMkLst>
            <pc:docMk/>
            <pc:sldMk cId="2088761101" sldId="260"/>
            <ac:grpSpMk id="312" creationId="{12D49C77-00D7-91E8-3398-BBF947A872AF}"/>
          </ac:grpSpMkLst>
        </pc:grpChg>
        <pc:grpChg chg="mod">
          <ac:chgData name="Akshaya Murari" userId="f6a576e164f738b0" providerId="LiveId" clId="{5D34036A-79AC-4E8E-987E-98816EE491B4}" dt="2025-11-30T11:06:32.177" v="1315" actId="1035"/>
          <ac:grpSpMkLst>
            <pc:docMk/>
            <pc:sldMk cId="2088761101" sldId="260"/>
            <ac:grpSpMk id="328" creationId="{A58A3146-FCC2-19C9-899B-48D28CCFC34B}"/>
          </ac:grpSpMkLst>
        </pc:grpChg>
        <pc:grpChg chg="mod">
          <ac:chgData name="Akshaya Murari" userId="f6a576e164f738b0" providerId="LiveId" clId="{5D34036A-79AC-4E8E-987E-98816EE491B4}" dt="2025-11-30T11:03:28.493" v="1181" actId="1076"/>
          <ac:grpSpMkLst>
            <pc:docMk/>
            <pc:sldMk cId="2088761101" sldId="260"/>
            <ac:grpSpMk id="344" creationId="{B5AE0CFB-D1D1-C288-B3A1-16D0D4B63B78}"/>
          </ac:grpSpMkLst>
        </pc:grpChg>
        <pc:grpChg chg="mod">
          <ac:chgData name="Akshaya Murari" userId="f6a576e164f738b0" providerId="LiveId" clId="{5D34036A-79AC-4E8E-987E-98816EE491B4}" dt="2025-11-30T11:06:32.177" v="1315" actId="1035"/>
          <ac:grpSpMkLst>
            <pc:docMk/>
            <pc:sldMk cId="2088761101" sldId="260"/>
            <ac:grpSpMk id="360" creationId="{47077EF9-48B6-2C14-59BA-B9310DF16C27}"/>
          </ac:grpSpMkLst>
        </pc:grpChg>
        <pc:grpChg chg="add mod">
          <ac:chgData name="Akshaya Murari" userId="f6a576e164f738b0" providerId="LiveId" clId="{5D34036A-79AC-4E8E-987E-98816EE491B4}" dt="2025-11-30T11:20:10.275" v="2690" actId="1037"/>
          <ac:grpSpMkLst>
            <pc:docMk/>
            <pc:sldMk cId="2088761101" sldId="260"/>
            <ac:grpSpMk id="463" creationId="{481F37FE-5276-9808-8E94-3CA390345856}"/>
          </ac:grpSpMkLst>
        </pc:grpChg>
        <pc:grpChg chg="add mod">
          <ac:chgData name="Akshaya Murari" userId="f6a576e164f738b0" providerId="LiveId" clId="{5D34036A-79AC-4E8E-987E-98816EE491B4}" dt="2025-11-30T11:20:10.275" v="2690" actId="1037"/>
          <ac:grpSpMkLst>
            <pc:docMk/>
            <pc:sldMk cId="2088761101" sldId="260"/>
            <ac:grpSpMk id="474" creationId="{D66B1882-6CED-A5C7-B652-26A9EE4B6B23}"/>
          </ac:grpSpMkLst>
        </pc:grpChg>
        <pc:grpChg chg="add mod">
          <ac:chgData name="Akshaya Murari" userId="f6a576e164f738b0" providerId="LiveId" clId="{5D34036A-79AC-4E8E-987E-98816EE491B4}" dt="2025-11-30T11:20:10.275" v="2690" actId="1037"/>
          <ac:grpSpMkLst>
            <pc:docMk/>
            <pc:sldMk cId="2088761101" sldId="260"/>
            <ac:grpSpMk id="475" creationId="{1A8E189C-6419-ACCC-06C4-ECECCEBF95D3}"/>
          </ac:grpSpMkLst>
        </pc:grpChg>
        <pc:grpChg chg="add mod">
          <ac:chgData name="Akshaya Murari" userId="f6a576e164f738b0" providerId="LiveId" clId="{5D34036A-79AC-4E8E-987E-98816EE491B4}" dt="2025-11-30T11:20:10.275" v="2690" actId="1037"/>
          <ac:grpSpMkLst>
            <pc:docMk/>
            <pc:sldMk cId="2088761101" sldId="260"/>
            <ac:grpSpMk id="478" creationId="{E82E887A-2160-A4BB-1040-CBFF3EB0FF47}"/>
          </ac:grpSpMkLst>
        </pc:grpChg>
        <pc:picChg chg="del">
          <ac:chgData name="Akshaya Murari" userId="f6a576e164f738b0" providerId="LiveId" clId="{5D34036A-79AC-4E8E-987E-98816EE491B4}" dt="2025-12-12T04:42:41.261" v="6256" actId="478"/>
          <ac:picMkLst>
            <pc:docMk/>
            <pc:sldMk cId="2088761101" sldId="260"/>
            <ac:picMk id="8" creationId="{A9AC1D3A-515C-F425-0B6F-18665D741D92}"/>
          </ac:picMkLst>
        </pc:picChg>
        <pc:picChg chg="add mod">
          <ac:chgData name="Akshaya Murari" userId="f6a576e164f738b0" providerId="LiveId" clId="{5D34036A-79AC-4E8E-987E-98816EE491B4}" dt="2025-11-30T11:24:48.064" v="2778"/>
          <ac:picMkLst>
            <pc:docMk/>
            <pc:sldMk cId="2088761101" sldId="260"/>
            <ac:picMk id="483" creationId="{C4AEA185-3289-4DA7-5DEE-8BC3C7916FEE}"/>
          </ac:picMkLst>
        </pc:picChg>
        <pc:cxnChg chg="add mod">
          <ac:chgData name="Akshaya Murari" userId="f6a576e164f738b0" providerId="LiveId" clId="{5D34036A-79AC-4E8E-987E-98816EE491B4}" dt="2025-11-30T11:07:12.179" v="1353" actId="1038"/>
          <ac:cxnSpMkLst>
            <pc:docMk/>
            <pc:sldMk cId="2088761101" sldId="260"/>
            <ac:cxnSpMk id="21" creationId="{FCBDE7FB-D93E-D02D-75F2-18AA3367E2E3}"/>
          </ac:cxnSpMkLst>
        </pc:cxnChg>
        <pc:cxnChg chg="add mod">
          <ac:chgData name="Akshaya Murari" userId="f6a576e164f738b0" providerId="LiveId" clId="{5D34036A-79AC-4E8E-987E-98816EE491B4}" dt="2025-11-30T11:06:38.451" v="1337" actId="1035"/>
          <ac:cxnSpMkLst>
            <pc:docMk/>
            <pc:sldMk cId="2088761101" sldId="260"/>
            <ac:cxnSpMk id="25" creationId="{699D2E8A-35E6-6812-9EFC-10FEEFD88DEC}"/>
          </ac:cxnSpMkLst>
        </pc:cxnChg>
        <pc:cxnChg chg="add mod">
          <ac:chgData name="Akshaya Murari" userId="f6a576e164f738b0" providerId="LiveId" clId="{5D34036A-79AC-4E8E-987E-98816EE491B4}" dt="2025-11-30T11:06:51.661" v="1339" actId="14100"/>
          <ac:cxnSpMkLst>
            <pc:docMk/>
            <pc:sldMk cId="2088761101" sldId="260"/>
            <ac:cxnSpMk id="30" creationId="{E5C855BE-D6CD-546A-08F4-3AA6C427B8E1}"/>
          </ac:cxnSpMkLst>
        </pc:cxnChg>
        <pc:cxnChg chg="add mod">
          <ac:chgData name="Akshaya Murari" userId="f6a576e164f738b0" providerId="LiveId" clId="{5D34036A-79AC-4E8E-987E-98816EE491B4}" dt="2025-11-30T11:06:23.599" v="1296" actId="1035"/>
          <ac:cxnSpMkLst>
            <pc:docMk/>
            <pc:sldMk cId="2088761101" sldId="260"/>
            <ac:cxnSpMk id="32" creationId="{02B1D3E0-043C-3088-0C0B-A26E78506923}"/>
          </ac:cxnSpMkLst>
        </pc:cxnChg>
      </pc:sldChg>
      <pc:sldChg chg="addSp delSp modSp new mod">
        <pc:chgData name="Akshaya Murari" userId="f6a576e164f738b0" providerId="LiveId" clId="{5D34036A-79AC-4E8E-987E-98816EE491B4}" dt="2025-12-12T04:42:54.614" v="6257" actId="478"/>
        <pc:sldMkLst>
          <pc:docMk/>
          <pc:sldMk cId="1519793354" sldId="261"/>
        </pc:sldMkLst>
        <pc:spChg chg="add mod">
          <ac:chgData name="Akshaya Murari" userId="f6a576e164f738b0" providerId="LiveId" clId="{5D34036A-79AC-4E8E-987E-98816EE491B4}" dt="2025-11-30T13:31:26.815" v="6131" actId="555"/>
          <ac:spMkLst>
            <pc:docMk/>
            <pc:sldMk cId="1519793354" sldId="261"/>
            <ac:spMk id="4" creationId="{E22A06FB-1D02-7FE8-4CF1-3C1A265C0A3C}"/>
          </ac:spMkLst>
        </pc:spChg>
        <pc:spChg chg="add mod">
          <ac:chgData name="Akshaya Murari" userId="f6a576e164f738b0" providerId="LiveId" clId="{5D34036A-79AC-4E8E-987E-98816EE491B4}" dt="2025-11-30T13:01:18.804" v="5215"/>
          <ac:spMkLst>
            <pc:docMk/>
            <pc:sldMk cId="1519793354" sldId="261"/>
            <ac:spMk id="5" creationId="{651C98BE-8607-C1AF-2EC5-8811F8B84D50}"/>
          </ac:spMkLst>
        </pc:spChg>
        <pc:spChg chg="add mod">
          <ac:chgData name="Akshaya Murari" userId="f6a576e164f738b0" providerId="LiveId" clId="{5D34036A-79AC-4E8E-987E-98816EE491B4}" dt="2025-11-30T12:37:42.327" v="3067" actId="255"/>
          <ac:spMkLst>
            <pc:docMk/>
            <pc:sldMk cId="1519793354" sldId="261"/>
            <ac:spMk id="6" creationId="{76402818-7983-6228-F7FD-FDF3C5208C5C}"/>
          </ac:spMkLst>
        </pc:spChg>
        <pc:spChg chg="add mod">
          <ac:chgData name="Akshaya Murari" userId="f6a576e164f738b0" providerId="LiveId" clId="{5D34036A-79AC-4E8E-987E-98816EE491B4}" dt="2025-11-30T12:37:42.327" v="3067" actId="255"/>
          <ac:spMkLst>
            <pc:docMk/>
            <pc:sldMk cId="1519793354" sldId="261"/>
            <ac:spMk id="7" creationId="{C74DCF80-DE31-6D5D-370A-A1457FF795E1}"/>
          </ac:spMkLst>
        </pc:spChg>
        <pc:spChg chg="add mod">
          <ac:chgData name="Akshaya Murari" userId="f6a576e164f738b0" providerId="LiveId" clId="{5D34036A-79AC-4E8E-987E-98816EE491B4}" dt="2025-11-30T12:57:29.948" v="5173" actId="1038"/>
          <ac:spMkLst>
            <pc:docMk/>
            <pc:sldMk cId="1519793354" sldId="261"/>
            <ac:spMk id="8" creationId="{7317EF8F-0D14-A313-022B-3AAD0B79CCD3}"/>
          </ac:spMkLst>
        </pc:spChg>
        <pc:spChg chg="add mod">
          <ac:chgData name="Akshaya Murari" userId="f6a576e164f738b0" providerId="LiveId" clId="{5D34036A-79AC-4E8E-987E-98816EE491B4}" dt="2025-11-30T12:44:13.062" v="4147" actId="552"/>
          <ac:spMkLst>
            <pc:docMk/>
            <pc:sldMk cId="1519793354" sldId="261"/>
            <ac:spMk id="9" creationId="{9F9B460C-789C-FD17-5536-DE5B383ED671}"/>
          </ac:spMkLst>
        </pc:spChg>
        <pc:spChg chg="add mod">
          <ac:chgData name="Akshaya Murari" userId="f6a576e164f738b0" providerId="LiveId" clId="{5D34036A-79AC-4E8E-987E-98816EE491B4}" dt="2025-11-30T12:53:20.577" v="5075" actId="113"/>
          <ac:spMkLst>
            <pc:docMk/>
            <pc:sldMk cId="1519793354" sldId="261"/>
            <ac:spMk id="12" creationId="{BDD642FD-54FC-22F0-DE6D-C5F1657F2DC2}"/>
          </ac:spMkLst>
        </pc:spChg>
        <pc:spChg chg="add mod">
          <ac:chgData name="Akshaya Murari" userId="f6a576e164f738b0" providerId="LiveId" clId="{5D34036A-79AC-4E8E-987E-98816EE491B4}" dt="2025-11-30T12:58:11.127" v="5182" actId="113"/>
          <ac:spMkLst>
            <pc:docMk/>
            <pc:sldMk cId="1519793354" sldId="261"/>
            <ac:spMk id="13" creationId="{99764477-030A-CECB-72E8-C4830186B0EA}"/>
          </ac:spMkLst>
        </pc:spChg>
        <pc:spChg chg="add mod">
          <ac:chgData name="Akshaya Murari" userId="f6a576e164f738b0" providerId="LiveId" clId="{5D34036A-79AC-4E8E-987E-98816EE491B4}" dt="2025-11-30T12:58:13.817" v="5183" actId="113"/>
          <ac:spMkLst>
            <pc:docMk/>
            <pc:sldMk cId="1519793354" sldId="261"/>
            <ac:spMk id="14" creationId="{5C1340F0-DBD4-C75D-CFAE-EC5CE215D65D}"/>
          </ac:spMkLst>
        </pc:spChg>
        <pc:spChg chg="add mod">
          <ac:chgData name="Akshaya Murari" userId="f6a576e164f738b0" providerId="LiveId" clId="{5D34036A-79AC-4E8E-987E-98816EE491B4}" dt="2025-11-30T12:58:17.059" v="5184" actId="113"/>
          <ac:spMkLst>
            <pc:docMk/>
            <pc:sldMk cId="1519793354" sldId="261"/>
            <ac:spMk id="15" creationId="{6343E162-3A3E-AD04-8688-2FBB15A9CA04}"/>
          </ac:spMkLst>
        </pc:spChg>
        <pc:spChg chg="add mod">
          <ac:chgData name="Akshaya Murari" userId="f6a576e164f738b0" providerId="LiveId" clId="{5D34036A-79AC-4E8E-987E-98816EE491B4}" dt="2025-11-30T12:53:20.577" v="5075" actId="113"/>
          <ac:spMkLst>
            <pc:docMk/>
            <pc:sldMk cId="1519793354" sldId="261"/>
            <ac:spMk id="17" creationId="{FBC3BE20-DE8F-264E-4817-F3176C036A9A}"/>
          </ac:spMkLst>
        </pc:spChg>
        <pc:spChg chg="add mod">
          <ac:chgData name="Akshaya Murari" userId="f6a576e164f738b0" providerId="LiveId" clId="{5D34036A-79AC-4E8E-987E-98816EE491B4}" dt="2025-11-30T12:58:20.900" v="5185" actId="113"/>
          <ac:spMkLst>
            <pc:docMk/>
            <pc:sldMk cId="1519793354" sldId="261"/>
            <ac:spMk id="18" creationId="{DB1BC269-1F5E-F3A2-B165-73EC86973A69}"/>
          </ac:spMkLst>
        </pc:spChg>
        <pc:spChg chg="add mod">
          <ac:chgData name="Akshaya Murari" userId="f6a576e164f738b0" providerId="LiveId" clId="{5D34036A-79AC-4E8E-987E-98816EE491B4}" dt="2025-11-30T12:58:25.303" v="5186" actId="113"/>
          <ac:spMkLst>
            <pc:docMk/>
            <pc:sldMk cId="1519793354" sldId="261"/>
            <ac:spMk id="19" creationId="{6935B4BC-B63F-24B9-1AA9-1989718B5504}"/>
          </ac:spMkLst>
        </pc:spChg>
        <pc:spChg chg="add mod">
          <ac:chgData name="Akshaya Murari" userId="f6a576e164f738b0" providerId="LiveId" clId="{5D34036A-79AC-4E8E-987E-98816EE491B4}" dt="2025-11-30T12:58:30.559" v="5187" actId="113"/>
          <ac:spMkLst>
            <pc:docMk/>
            <pc:sldMk cId="1519793354" sldId="261"/>
            <ac:spMk id="20" creationId="{BFE9811A-6A64-474C-28AB-50CB75481ECC}"/>
          </ac:spMkLst>
        </pc:spChg>
        <pc:spChg chg="add mod">
          <ac:chgData name="Akshaya Murari" userId="f6a576e164f738b0" providerId="LiveId" clId="{5D34036A-79AC-4E8E-987E-98816EE491B4}" dt="2025-11-30T12:55:56.200" v="5109" actId="554"/>
          <ac:spMkLst>
            <pc:docMk/>
            <pc:sldMk cId="1519793354" sldId="261"/>
            <ac:spMk id="26" creationId="{776A5EFC-8363-E34D-93F0-F9EBEA174E24}"/>
          </ac:spMkLst>
        </pc:spChg>
        <pc:spChg chg="add mod">
          <ac:chgData name="Akshaya Murari" userId="f6a576e164f738b0" providerId="LiveId" clId="{5D34036A-79AC-4E8E-987E-98816EE491B4}" dt="2025-11-30T13:30:48.929" v="6075" actId="20577"/>
          <ac:spMkLst>
            <pc:docMk/>
            <pc:sldMk cId="1519793354" sldId="261"/>
            <ac:spMk id="27" creationId="{4E42CB34-2BCC-C272-8A95-F1F2529F6DAD}"/>
          </ac:spMkLst>
        </pc:spChg>
        <pc:spChg chg="add mod">
          <ac:chgData name="Akshaya Murari" userId="f6a576e164f738b0" providerId="LiveId" clId="{5D34036A-79AC-4E8E-987E-98816EE491B4}" dt="2025-11-30T12:58:59.004" v="5193" actId="113"/>
          <ac:spMkLst>
            <pc:docMk/>
            <pc:sldMk cId="1519793354" sldId="261"/>
            <ac:spMk id="28" creationId="{54F35EA9-D228-B780-06C0-0AEB1599AAE5}"/>
          </ac:spMkLst>
        </pc:spChg>
        <pc:spChg chg="add mod">
          <ac:chgData name="Akshaya Murari" userId="f6a576e164f738b0" providerId="LiveId" clId="{5D34036A-79AC-4E8E-987E-98816EE491B4}" dt="2025-11-30T12:59:05.570" v="5195" actId="113"/>
          <ac:spMkLst>
            <pc:docMk/>
            <pc:sldMk cId="1519793354" sldId="261"/>
            <ac:spMk id="29" creationId="{97562C4B-12C1-50C6-D012-08550E77B7B2}"/>
          </ac:spMkLst>
        </pc:spChg>
        <pc:spChg chg="add mod">
          <ac:chgData name="Akshaya Murari" userId="f6a576e164f738b0" providerId="LiveId" clId="{5D34036A-79AC-4E8E-987E-98816EE491B4}" dt="2025-11-30T12:54:24.947" v="5088" actId="552"/>
          <ac:spMkLst>
            <pc:docMk/>
            <pc:sldMk cId="1519793354" sldId="261"/>
            <ac:spMk id="31" creationId="{A6692074-E656-5A15-5BA9-EAC6D17F635D}"/>
          </ac:spMkLst>
        </pc:spChg>
        <pc:spChg chg="add mod">
          <ac:chgData name="Akshaya Murari" userId="f6a576e164f738b0" providerId="LiveId" clId="{5D34036A-79AC-4E8E-987E-98816EE491B4}" dt="2025-11-30T13:00:19.058" v="5212" actId="14100"/>
          <ac:spMkLst>
            <pc:docMk/>
            <pc:sldMk cId="1519793354" sldId="261"/>
            <ac:spMk id="32" creationId="{380E6D7A-1006-1EC1-9358-24619D4E04D6}"/>
          </ac:spMkLst>
        </pc:spChg>
        <pc:spChg chg="add mod">
          <ac:chgData name="Akshaya Murari" userId="f6a576e164f738b0" providerId="LiveId" clId="{5D34036A-79AC-4E8E-987E-98816EE491B4}" dt="2025-11-30T12:59:18.503" v="5199" actId="113"/>
          <ac:spMkLst>
            <pc:docMk/>
            <pc:sldMk cId="1519793354" sldId="261"/>
            <ac:spMk id="33" creationId="{ACDC7422-7F9F-8F91-D7C7-217DDB65298B}"/>
          </ac:spMkLst>
        </pc:spChg>
        <pc:spChg chg="add mod">
          <ac:chgData name="Akshaya Murari" userId="f6a576e164f738b0" providerId="LiveId" clId="{5D34036A-79AC-4E8E-987E-98816EE491B4}" dt="2025-11-30T12:59:26.524" v="5200" actId="113"/>
          <ac:spMkLst>
            <pc:docMk/>
            <pc:sldMk cId="1519793354" sldId="261"/>
            <ac:spMk id="34" creationId="{0F498491-57CC-DCFC-4BB4-0DFD8C419939}"/>
          </ac:spMkLst>
        </pc:spChg>
        <pc:spChg chg="add mod">
          <ac:chgData name="Akshaya Murari" userId="f6a576e164f738b0" providerId="LiveId" clId="{5D34036A-79AC-4E8E-987E-98816EE491B4}" dt="2025-11-30T12:55:35.464" v="5098" actId="554"/>
          <ac:spMkLst>
            <pc:docMk/>
            <pc:sldMk cId="1519793354" sldId="261"/>
            <ac:spMk id="36" creationId="{605206A0-9AF5-E874-6F63-B9A240C73838}"/>
          </ac:spMkLst>
        </pc:spChg>
        <pc:spChg chg="add mod">
          <ac:chgData name="Akshaya Murari" userId="f6a576e164f738b0" providerId="LiveId" clId="{5D34036A-79AC-4E8E-987E-98816EE491B4}" dt="2025-11-30T13:00:19.058" v="5212" actId="14100"/>
          <ac:spMkLst>
            <pc:docMk/>
            <pc:sldMk cId="1519793354" sldId="261"/>
            <ac:spMk id="37" creationId="{6ADD7A9A-F63D-62C3-6AD0-46A8A6B9961F}"/>
          </ac:spMkLst>
        </pc:spChg>
        <pc:spChg chg="add mod">
          <ac:chgData name="Akshaya Murari" userId="f6a576e164f738b0" providerId="LiveId" clId="{5D34036A-79AC-4E8E-987E-98816EE491B4}" dt="2025-11-30T12:59:43.682" v="5205" actId="113"/>
          <ac:spMkLst>
            <pc:docMk/>
            <pc:sldMk cId="1519793354" sldId="261"/>
            <ac:spMk id="38" creationId="{9A5430D6-3144-87ED-217A-35311FB83073}"/>
          </ac:spMkLst>
        </pc:spChg>
        <pc:spChg chg="add mod">
          <ac:chgData name="Akshaya Murari" userId="f6a576e164f738b0" providerId="LiveId" clId="{5D34036A-79AC-4E8E-987E-98816EE491B4}" dt="2025-11-30T13:00:01.431" v="5211" actId="14100"/>
          <ac:spMkLst>
            <pc:docMk/>
            <pc:sldMk cId="1519793354" sldId="261"/>
            <ac:spMk id="39" creationId="{A521B083-F060-2A16-1DDC-0F63307283A4}"/>
          </ac:spMkLst>
        </pc:spChg>
        <pc:spChg chg="add mod ord">
          <ac:chgData name="Akshaya Murari" userId="f6a576e164f738b0" providerId="LiveId" clId="{5D34036A-79AC-4E8E-987E-98816EE491B4}" dt="2025-11-30T13:00:23.687" v="5213" actId="14100"/>
          <ac:spMkLst>
            <pc:docMk/>
            <pc:sldMk cId="1519793354" sldId="261"/>
            <ac:spMk id="52" creationId="{98345EF7-6DE2-5595-F964-BE22154A2BB4}"/>
          </ac:spMkLst>
        </pc:spChg>
        <pc:spChg chg="add mod ord">
          <ac:chgData name="Akshaya Murari" userId="f6a576e164f738b0" providerId="LiveId" clId="{5D34036A-79AC-4E8E-987E-98816EE491B4}" dt="2025-11-30T12:58:00.477" v="5178" actId="167"/>
          <ac:spMkLst>
            <pc:docMk/>
            <pc:sldMk cId="1519793354" sldId="261"/>
            <ac:spMk id="53" creationId="{C1C7CABD-245C-8BC8-028E-963AA04EDC4A}"/>
          </ac:spMkLst>
        </pc:spChg>
        <pc:spChg chg="add mod ord">
          <ac:chgData name="Akshaya Murari" userId="f6a576e164f738b0" providerId="LiveId" clId="{5D34036A-79AC-4E8E-987E-98816EE491B4}" dt="2025-11-30T12:58:03.247" v="5179" actId="167"/>
          <ac:spMkLst>
            <pc:docMk/>
            <pc:sldMk cId="1519793354" sldId="261"/>
            <ac:spMk id="54" creationId="{C8F0A616-A6F7-A6EC-1BEE-910842CD7F04}"/>
          </ac:spMkLst>
        </pc:spChg>
        <pc:spChg chg="add mod">
          <ac:chgData name="Akshaya Murari" userId="f6a576e164f738b0" providerId="LiveId" clId="{5D34036A-79AC-4E8E-987E-98816EE491B4}" dt="2025-11-30T13:31:26.815" v="6131" actId="555"/>
          <ac:spMkLst>
            <pc:docMk/>
            <pc:sldMk cId="1519793354" sldId="261"/>
            <ac:spMk id="56" creationId="{D0951F9D-3353-0B11-8D00-2EB1BF9B8510}"/>
          </ac:spMkLst>
        </pc:spChg>
        <pc:picChg chg="add mod">
          <ac:chgData name="Akshaya Murari" userId="f6a576e164f738b0" providerId="LiveId" clId="{5D34036A-79AC-4E8E-987E-98816EE491B4}" dt="2025-11-30T12:52:09.943" v="5065" actId="552"/>
          <ac:picMkLst>
            <pc:docMk/>
            <pc:sldMk cId="1519793354" sldId="261"/>
            <ac:picMk id="41" creationId="{8C04258F-B248-88CD-29E5-5170381059EB}"/>
          </ac:picMkLst>
        </pc:picChg>
        <pc:picChg chg="add mod">
          <ac:chgData name="Akshaya Murari" userId="f6a576e164f738b0" providerId="LiveId" clId="{5D34036A-79AC-4E8E-987E-98816EE491B4}" dt="2025-11-30T12:53:07.269" v="5072" actId="552"/>
          <ac:picMkLst>
            <pc:docMk/>
            <pc:sldMk cId="1519793354" sldId="261"/>
            <ac:picMk id="43" creationId="{38790CA0-3F28-D633-34A5-83AFDE850048}"/>
          </ac:picMkLst>
        </pc:picChg>
        <pc:picChg chg="add mod">
          <ac:chgData name="Akshaya Murari" userId="f6a576e164f738b0" providerId="LiveId" clId="{5D34036A-79AC-4E8E-987E-98816EE491B4}" dt="2025-11-30T12:55:56.200" v="5109" actId="554"/>
          <ac:picMkLst>
            <pc:docMk/>
            <pc:sldMk cId="1519793354" sldId="261"/>
            <ac:picMk id="45" creationId="{91CAB0C3-E806-D69D-64F8-10C29CBC627A}"/>
          </ac:picMkLst>
        </pc:picChg>
        <pc:picChg chg="add mod">
          <ac:chgData name="Akshaya Murari" userId="f6a576e164f738b0" providerId="LiveId" clId="{5D34036A-79AC-4E8E-987E-98816EE491B4}" dt="2025-11-30T12:55:30.639" v="5097" actId="552"/>
          <ac:picMkLst>
            <pc:docMk/>
            <pc:sldMk cId="1519793354" sldId="261"/>
            <ac:picMk id="47" creationId="{E9B31ACE-7A15-8A3A-537D-82C6C4C331C0}"/>
          </ac:picMkLst>
        </pc:picChg>
        <pc:picChg chg="add mod">
          <ac:chgData name="Akshaya Murari" userId="f6a576e164f738b0" providerId="LiveId" clId="{5D34036A-79AC-4E8E-987E-98816EE491B4}" dt="2025-11-30T12:55:46.197" v="5107" actId="1035"/>
          <ac:picMkLst>
            <pc:docMk/>
            <pc:sldMk cId="1519793354" sldId="261"/>
            <ac:picMk id="51" creationId="{2D79C7FF-6C03-19DD-A40C-E52283F7B5FF}"/>
          </ac:picMkLst>
        </pc:picChg>
        <pc:picChg chg="add del mod">
          <ac:chgData name="Akshaya Murari" userId="f6a576e164f738b0" providerId="LiveId" clId="{5D34036A-79AC-4E8E-987E-98816EE491B4}" dt="2025-12-12T04:42:54.614" v="6257" actId="478"/>
          <ac:picMkLst>
            <pc:docMk/>
            <pc:sldMk cId="1519793354" sldId="261"/>
            <ac:picMk id="55" creationId="{AD1B4B75-F97D-54D3-E825-888FF6EDE3A2}"/>
          </ac:picMkLst>
        </pc:picChg>
        <pc:cxnChg chg="add mod">
          <ac:chgData name="Akshaya Murari" userId="f6a576e164f738b0" providerId="LiveId" clId="{5D34036A-79AC-4E8E-987E-98816EE491B4}" dt="2025-11-30T12:33:30.756" v="3045" actId="1035"/>
          <ac:cxnSpMkLst>
            <pc:docMk/>
            <pc:sldMk cId="1519793354" sldId="261"/>
            <ac:cxnSpMk id="11" creationId="{3532DAED-BD30-D88D-B994-8481FDFB11F4}"/>
          </ac:cxnSpMkLst>
        </pc:cxnChg>
        <pc:cxnChg chg="add mod">
          <ac:chgData name="Akshaya Murari" userId="f6a576e164f738b0" providerId="LiveId" clId="{5D34036A-79AC-4E8E-987E-98816EE491B4}" dt="2025-11-30T12:41:13.072" v="3544" actId="1076"/>
          <ac:cxnSpMkLst>
            <pc:docMk/>
            <pc:sldMk cId="1519793354" sldId="261"/>
            <ac:cxnSpMk id="16" creationId="{92615196-550B-1175-2EE8-4A44B096694D}"/>
          </ac:cxnSpMkLst>
        </pc:cxnChg>
        <pc:cxnChg chg="add mod">
          <ac:chgData name="Akshaya Murari" userId="f6a576e164f738b0" providerId="LiveId" clId="{5D34036A-79AC-4E8E-987E-98816EE491B4}" dt="2025-11-30T12:44:18.373" v="4149" actId="1076"/>
          <ac:cxnSpMkLst>
            <pc:docMk/>
            <pc:sldMk cId="1519793354" sldId="261"/>
            <ac:cxnSpMk id="25" creationId="{480F3545-A1E6-FFF4-5F31-92434ADCA677}"/>
          </ac:cxnSpMkLst>
        </pc:cxnChg>
        <pc:cxnChg chg="add mod">
          <ac:chgData name="Akshaya Murari" userId="f6a576e164f738b0" providerId="LiveId" clId="{5D34036A-79AC-4E8E-987E-98816EE491B4}" dt="2025-11-30T12:44:20.648" v="4150" actId="571"/>
          <ac:cxnSpMkLst>
            <pc:docMk/>
            <pc:sldMk cId="1519793354" sldId="261"/>
            <ac:cxnSpMk id="30" creationId="{E749FC40-6CE7-F686-39CA-EBBECE7D976B}"/>
          </ac:cxnSpMkLst>
        </pc:cxnChg>
        <pc:cxnChg chg="add mod">
          <ac:chgData name="Akshaya Murari" userId="f6a576e164f738b0" providerId="LiveId" clId="{5D34036A-79AC-4E8E-987E-98816EE491B4}" dt="2025-11-30T12:46:21.615" v="4525" actId="571"/>
          <ac:cxnSpMkLst>
            <pc:docMk/>
            <pc:sldMk cId="1519793354" sldId="261"/>
            <ac:cxnSpMk id="35" creationId="{81A6583B-8BB8-828E-AB06-370D84D923E1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804749015748029E-2"/>
          <c:y val="0.12421874235859115"/>
          <c:w val="0.93557025098425195"/>
          <c:h val="0.7527247937546264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Oct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16</c:v>
                </c:pt>
                <c:pt idx="3">
                  <c:v>127</c:v>
                </c:pt>
                <c:pt idx="4">
                  <c:v>49</c:v>
                </c:pt>
                <c:pt idx="5">
                  <c:v>43</c:v>
                </c:pt>
                <c:pt idx="6">
                  <c:v>21</c:v>
                </c:pt>
                <c:pt idx="7">
                  <c:v>41</c:v>
                </c:pt>
                <c:pt idx="8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FE-43E7-9969-7AE8183F91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Silver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Oct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33</c:v>
                </c:pt>
                <c:pt idx="3">
                  <c:v>62</c:v>
                </c:pt>
                <c:pt idx="4">
                  <c:v>38</c:v>
                </c:pt>
                <c:pt idx="5">
                  <c:v>22</c:v>
                </c:pt>
                <c:pt idx="6">
                  <c:v>18</c:v>
                </c:pt>
                <c:pt idx="7">
                  <c:v>34</c:v>
                </c:pt>
                <c:pt idx="8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FE-43E7-9969-7AE8183F91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Oct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16</c:v>
                </c:pt>
                <c:pt idx="1">
                  <c:v>36</c:v>
                </c:pt>
                <c:pt idx="2">
                  <c:v>16</c:v>
                </c:pt>
                <c:pt idx="3">
                  <c:v>23</c:v>
                </c:pt>
                <c:pt idx="4">
                  <c:v>9</c:v>
                </c:pt>
                <c:pt idx="5">
                  <c:v>13</c:v>
                </c:pt>
                <c:pt idx="6">
                  <c:v>5</c:v>
                </c:pt>
                <c:pt idx="7">
                  <c:v>16</c:v>
                </c:pt>
                <c:pt idx="8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FE-43E7-9969-7AE8183F91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Oct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6</c:v>
                </c:pt>
                <c:pt idx="1">
                  <c:v>24</c:v>
                </c:pt>
                <c:pt idx="2">
                  <c:v>16</c:v>
                </c:pt>
                <c:pt idx="3">
                  <c:v>19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13</c:v>
                </c:pt>
                <c:pt idx="8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BFE-43E7-9969-7AE8183F91F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Purple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Oct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10</c:v>
                </c:pt>
                <c:pt idx="4">
                  <c:v>11</c:v>
                </c:pt>
                <c:pt idx="5">
                  <c:v>3</c:v>
                </c:pt>
                <c:pt idx="6">
                  <c:v>4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FE-43E7-9969-7AE8183F91F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Oct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11</c:v>
                </c:pt>
                <c:pt idx="1">
                  <c:v>19</c:v>
                </c:pt>
                <c:pt idx="2">
                  <c:v>14</c:v>
                </c:pt>
                <c:pt idx="3">
                  <c:v>12</c:v>
                </c:pt>
                <c:pt idx="4">
                  <c:v>10</c:v>
                </c:pt>
                <c:pt idx="5">
                  <c:v>5</c:v>
                </c:pt>
                <c:pt idx="6">
                  <c:v>6</c:v>
                </c:pt>
                <c:pt idx="7">
                  <c:v>9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BFE-43E7-9969-7AE8183F91F9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Sizing Kits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Oct</c:v>
                </c:pt>
              </c:strCache>
            </c: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314</c:v>
                </c:pt>
                <c:pt idx="1">
                  <c:v>897</c:v>
                </c:pt>
                <c:pt idx="2">
                  <c:v>615</c:v>
                </c:pt>
                <c:pt idx="3">
                  <c:v>658</c:v>
                </c:pt>
                <c:pt idx="4">
                  <c:v>487</c:v>
                </c:pt>
                <c:pt idx="5">
                  <c:v>380</c:v>
                </c:pt>
                <c:pt idx="6">
                  <c:v>322</c:v>
                </c:pt>
                <c:pt idx="7">
                  <c:v>443</c:v>
                </c:pt>
                <c:pt idx="8">
                  <c:v>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FE-43E7-9969-7AE8183F91F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74117344"/>
        <c:axId val="1574117824"/>
      </c:barChart>
      <c:catAx>
        <c:axId val="15741173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/>
                  <a:t>MONTHS</a:t>
                </a:r>
              </a:p>
            </c:rich>
          </c:tx>
          <c:layout>
            <c:manualLayout>
              <c:xMode val="edge"/>
              <c:yMode val="edge"/>
              <c:x val="0.44729293799212599"/>
              <c:y val="0.93588676157734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117824"/>
        <c:crosses val="autoZero"/>
        <c:auto val="1"/>
        <c:lblAlgn val="ctr"/>
        <c:lblOffset val="100"/>
        <c:noMultiLvlLbl val="0"/>
      </c:catAx>
      <c:valAx>
        <c:axId val="1574117824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/>
                  <a:t>NET</a:t>
                </a:r>
                <a:r>
                  <a:rPr lang="en-IN" b="1" baseline="0" dirty="0"/>
                  <a:t> SALES (# of units sold)</a:t>
                </a:r>
                <a:endParaRPr lang="en-IN" b="1" dirty="0"/>
              </a:p>
            </c:rich>
          </c:tx>
          <c:layout>
            <c:manualLayout>
              <c:xMode val="edge"/>
              <c:yMode val="edge"/>
              <c:x val="1.0937499999999999E-2"/>
              <c:y val="0.3578934533273449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crossAx val="1574117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197096456692912"/>
          <c:y val="0.11773994312514192"/>
          <c:w val="0.63230807086614171"/>
          <c:h val="9.24087049453306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900715971799945"/>
          <c:y val="8.5077496443939291E-2"/>
          <c:w val="0.82454900697844735"/>
          <c:h val="0.8472894915025469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Inactive Stores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C0000">
                  <a:alpha val="69804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463-43E4-A60A-878464731378}"/>
              </c:ext>
            </c:extLst>
          </c:dPt>
          <c:dPt>
            <c:idx val="1"/>
            <c:invertIfNegative val="0"/>
            <c:bubble3D val="0"/>
            <c:spPr>
              <a:solidFill>
                <a:srgbClr val="CC0000">
                  <a:alpha val="69804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63-43E4-A60A-878464731378}"/>
              </c:ext>
            </c:extLst>
          </c:dPt>
          <c:dPt>
            <c:idx val="2"/>
            <c:invertIfNegative val="0"/>
            <c:bubble3D val="0"/>
            <c:spPr>
              <a:solidFill>
                <a:srgbClr val="CC0000">
                  <a:alpha val="69804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463-43E4-A60A-878464731378}"/>
              </c:ext>
            </c:extLst>
          </c:dPt>
          <c:dPt>
            <c:idx val="3"/>
            <c:invertIfNegative val="0"/>
            <c:bubble3D val="0"/>
            <c:spPr>
              <a:solidFill>
                <a:srgbClr val="CC0000">
                  <a:alpha val="69804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63-43E4-A60A-878464731378}"/>
              </c:ext>
            </c:extLst>
          </c:dPt>
          <c:dPt>
            <c:idx val="4"/>
            <c:invertIfNegative val="0"/>
            <c:bubble3D val="0"/>
            <c:spPr>
              <a:solidFill>
                <a:srgbClr val="CC0000">
                  <a:alpha val="69804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463-43E4-A60A-87846473137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Teal</c:v>
                </c:pt>
                <c:pt idx="1">
                  <c:v>Purple</c:v>
                </c:pt>
                <c:pt idx="2">
                  <c:v>Green</c:v>
                </c:pt>
                <c:pt idx="3">
                  <c:v>Red</c:v>
                </c:pt>
                <c:pt idx="4">
                  <c:v>Sizing Kits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0.98</c:v>
                </c:pt>
                <c:pt idx="1">
                  <c:v>0.91</c:v>
                </c:pt>
                <c:pt idx="2">
                  <c:v>0.81</c:v>
                </c:pt>
                <c:pt idx="3">
                  <c:v>0.76</c:v>
                </c:pt>
                <c:pt idx="4">
                  <c:v>0.75315156845499853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63-43E4-A60A-8784647313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Stores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Teal</c:v>
                </c:pt>
                <c:pt idx="1">
                  <c:v>Purple</c:v>
                </c:pt>
                <c:pt idx="2">
                  <c:v>Green</c:v>
                </c:pt>
                <c:pt idx="3">
                  <c:v>Red</c:v>
                </c:pt>
                <c:pt idx="4">
                  <c:v>Sizing Kits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0.02</c:v>
                </c:pt>
                <c:pt idx="1">
                  <c:v>0.09</c:v>
                </c:pt>
                <c:pt idx="2">
                  <c:v>0.19</c:v>
                </c:pt>
                <c:pt idx="3">
                  <c:v>0.24</c:v>
                </c:pt>
                <c:pt idx="4">
                  <c:v>0.24684843154500147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63-43E4-A60A-87846473137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74047264"/>
        <c:axId val="1574039104"/>
      </c:barChart>
      <c:catAx>
        <c:axId val="15740472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039104"/>
        <c:crosses val="autoZero"/>
        <c:auto val="1"/>
        <c:lblAlgn val="ctr"/>
        <c:lblOffset val="100"/>
        <c:noMultiLvlLbl val="0"/>
      </c:catAx>
      <c:valAx>
        <c:axId val="1574039104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574047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9388903837828264"/>
          <c:y val="1.5420637384029552E-2"/>
          <c:w val="0.30585270986604102"/>
          <c:h val="6.4481993666701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5788-C769-E296-9BCB-527DCA489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0F59B-D23C-D08D-D27B-A063BA092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55E53-D79E-4E59-7188-966FFBE4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A240B-027F-AF0E-B553-34539906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AC41A-620C-DF30-70A0-FC711DA9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868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6544-F027-465D-E5D2-39FD561C3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1EA27-7F73-B910-C639-A14760046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E1497-E839-7904-2F6D-CEDB1FEC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7D317-BF22-13C1-9D24-77CCA08C7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5D5D8-8268-11BB-4CF8-3343FC78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34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DF35-2067-7FC1-9A18-90544201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ABB86-40E3-3742-B5C2-9C8D5A894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E9794-37CD-5CAA-4859-6B70408FE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B547C-7C6B-E1AD-87A2-75F4447A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2F0D9-5410-CEF8-2E74-874021F1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52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60C6-8A80-C957-8995-9DDAC552F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0BAB8-ECF7-1F40-5CF9-7010F75AB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E89DB-77F0-6BB6-A0D0-AB7F92CC5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A0ACF-6657-330E-C530-8305FB3E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08918-51A6-1678-04CD-0B068A38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ADD11-F65A-5FA3-8FDA-11BEA828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B8BB-40C7-68F9-DAE0-787408196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F5BB8-2F95-4785-C808-EDC2434D3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9679F-550E-E742-EC33-86AE8EB84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A25047-905A-DA31-DD59-52FFAE3D6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AD200-4EE8-411B-42EB-F7D1EB39D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9E24E-E46F-8126-C86F-EBD7553C2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A4ECF3-7792-4157-8B63-112507CD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DFF14A-1C7A-C7F7-D898-5B9E3098B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73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56DA-51C5-31E3-4461-77E78F4C8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1F1CD-11BE-BF35-92BF-541105C62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163179-9C70-ABCF-2597-FC54FE14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15A64-88EC-1FD5-B7BD-C24C8333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20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1F740-8E01-16FA-BC56-40D8F4B10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EAA31-3A90-441D-1C24-C37D0748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A65D0-ED0A-265D-8F13-8AEB913A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5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36518-309D-44A3-56EB-6CBBFD95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BDE26-AFF4-B0E1-1296-7B6E0D36E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5C28F-6314-E8C8-A6BC-D06C4AD2A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C8AC1-8D8E-7586-7E77-539E9D0BE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B939-98DF-813C-F190-523BD7D8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079CF-E92C-7012-D6F1-AB5A9468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20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B0063-C52B-F321-DF24-F1EEC661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12A73D-7E65-2461-137E-4E7F15453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86F2C-C3E8-CC80-E19B-4D4F7578F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92972-58C6-63C4-B824-BB7B542B5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084A1-F8ED-A95B-81B0-61EEF411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CA3FA-7C41-4E6C-774A-B1193E60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465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C8372-CE71-3029-97E5-1ECFC2F5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96E6F-F276-E100-5F4B-FEB414F44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1785A-6F86-8506-3C95-B6A71227E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FBF38-CA6B-70BD-E132-B29EB5750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BF933-435E-DABF-AA76-07FC29224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29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15989-F647-A4EE-CE2E-AE4B485FD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9E3EF-0307-5D5F-327C-F8480E833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DFD9D-28F1-AE38-4DC8-AB8D0108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67428-F914-B3C4-E540-32A07D6B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5E93F-3464-FA01-5433-42317E81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14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AB858C-D2CC-AD39-C69D-52AC2B565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403EC-95CD-DB23-92D5-AFB90690C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A6B1E-FEE8-C598-81A1-DBB9107621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D110B-83AE-4DA8-B22A-0B867233D4B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7B9AD-7346-01A6-39C6-384271039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F4CDE-0724-685E-D738-02BFF9583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C249F-14FB-41DD-9E08-13F918A23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30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E7D8CD-A310-50CD-4FFA-357BE73C25B7}"/>
              </a:ext>
            </a:extLst>
          </p:cNvPr>
          <p:cNvSpPr/>
          <p:nvPr/>
        </p:nvSpPr>
        <p:spPr>
          <a:xfrm>
            <a:off x="0" y="0"/>
            <a:ext cx="608364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D20DA-6E58-CB2C-00E5-13748A475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804" y="2235919"/>
            <a:ext cx="4980317" cy="2387600"/>
          </a:xfrm>
        </p:spPr>
        <p:txBody>
          <a:bodyPr>
            <a:normAutofit/>
          </a:bodyPr>
          <a:lstStyle/>
          <a:p>
            <a:pPr algn="l"/>
            <a:r>
              <a:rPr lang="en-IN" sz="5000" b="1" dirty="0"/>
              <a:t>Jewellery Store and Inventory Optimisation</a:t>
            </a:r>
          </a:p>
        </p:txBody>
      </p:sp>
      <p:pic>
        <p:nvPicPr>
          <p:cNvPr id="5" name="Graphic 4" descr="Ring with solid fill">
            <a:extLst>
              <a:ext uri="{FF2B5EF4-FFF2-40B4-BE49-F238E27FC236}">
                <a16:creationId xmlns:a16="http://schemas.microsoft.com/office/drawing/2014/main" id="{9203B476-55DC-A08B-033A-1CF059EC2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6106" y="2022864"/>
            <a:ext cx="2869780" cy="286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1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91434-68EF-34A6-E3D0-54802CF0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14" y="562529"/>
            <a:ext cx="10515600" cy="464602"/>
          </a:xfrm>
        </p:spPr>
        <p:txBody>
          <a:bodyPr>
            <a:normAutofit fontScale="90000"/>
          </a:bodyPr>
          <a:lstStyle/>
          <a:p>
            <a:r>
              <a:rPr lang="en-IN" sz="3000" b="1" dirty="0"/>
              <a:t>Executive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C5066-8428-6279-0A0B-14E306DFB1C7}"/>
              </a:ext>
            </a:extLst>
          </p:cNvPr>
          <p:cNvSpPr txBox="1"/>
          <p:nvPr/>
        </p:nvSpPr>
        <p:spPr>
          <a:xfrm>
            <a:off x="1780984" y="1259379"/>
            <a:ext cx="10067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Jeweller’s</a:t>
            </a:r>
            <a:r>
              <a:rPr lang="en-US" sz="1400" dirty="0"/>
              <a:t> </a:t>
            </a:r>
            <a:r>
              <a:rPr lang="en-US" sz="1400" b="1" dirty="0"/>
              <a:t>offline footprint has scaled rapidly, </a:t>
            </a:r>
            <a:r>
              <a:rPr lang="en-US" sz="1400" dirty="0"/>
              <a:t>but store-level POS data shows a </a:t>
            </a:r>
            <a:r>
              <a:rPr lang="en-US" sz="1400" b="1" dirty="0"/>
              <a:t>widening gap between inventory distribution</a:t>
            </a:r>
            <a:r>
              <a:rPr lang="en-US" sz="1400" dirty="0"/>
              <a:t> </a:t>
            </a:r>
            <a:r>
              <a:rPr lang="en-US" sz="1400" b="1" dirty="0"/>
              <a:t>and</a:t>
            </a:r>
            <a:r>
              <a:rPr lang="en-US" sz="1400" dirty="0"/>
              <a:t> </a:t>
            </a:r>
            <a:r>
              <a:rPr lang="en-US" sz="1400" b="1" dirty="0"/>
              <a:t>actual store demand</a:t>
            </a:r>
            <a:r>
              <a:rPr lang="en-US" sz="1400" dirty="0"/>
              <a:t>, resulting in </a:t>
            </a:r>
            <a:r>
              <a:rPr lang="en-US" sz="1400" b="1" dirty="0"/>
              <a:t>inefficiencies, low conversion, and trapped inventory</a:t>
            </a:r>
            <a:endParaRPr lang="en-IN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DE77C-6B26-EA1A-A16F-CE3945AD2ABF}"/>
              </a:ext>
            </a:extLst>
          </p:cNvPr>
          <p:cNvSpPr txBox="1"/>
          <p:nvPr/>
        </p:nvSpPr>
        <p:spPr>
          <a:xfrm>
            <a:off x="9983638" y="6331789"/>
            <a:ext cx="1864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6C2AB-BD26-00C6-0404-B63B684EBE14}"/>
              </a:ext>
            </a:extLst>
          </p:cNvPr>
          <p:cNvSpPr txBox="1"/>
          <p:nvPr/>
        </p:nvSpPr>
        <p:spPr>
          <a:xfrm>
            <a:off x="767937" y="1296063"/>
            <a:ext cx="1180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Context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BDE1EA-F00C-B4DF-1520-1BA904DFD193}"/>
              </a:ext>
            </a:extLst>
          </p:cNvPr>
          <p:cNvCxnSpPr/>
          <p:nvPr/>
        </p:nvCxnSpPr>
        <p:spPr>
          <a:xfrm>
            <a:off x="343612" y="1896021"/>
            <a:ext cx="1150477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4CAA5AA-9BB1-5911-9D8B-4B355C403DA8}"/>
              </a:ext>
            </a:extLst>
          </p:cNvPr>
          <p:cNvSpPr txBox="1"/>
          <p:nvPr/>
        </p:nvSpPr>
        <p:spPr>
          <a:xfrm>
            <a:off x="1780984" y="1975209"/>
            <a:ext cx="100674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Offline sales show </a:t>
            </a:r>
            <a:r>
              <a:rPr lang="en-US" sz="1400" b="1" dirty="0"/>
              <a:t>strong seasonality.</a:t>
            </a:r>
            <a:r>
              <a:rPr lang="en-US" sz="1400" dirty="0"/>
              <a:t> Peak sales occur from </a:t>
            </a:r>
            <a:r>
              <a:rPr lang="en-US" sz="1400" b="1" dirty="0"/>
              <a:t>March–June</a:t>
            </a:r>
            <a:r>
              <a:rPr lang="en-US" sz="1400" dirty="0"/>
              <a:t> driven by tax refunds, higher footfall, and early-summer wellness shopping. From </a:t>
            </a:r>
            <a:r>
              <a:rPr lang="en-US" sz="1400" b="1" dirty="0"/>
              <a:t>July onward</a:t>
            </a:r>
            <a:r>
              <a:rPr lang="en-US" sz="1400" dirty="0"/>
              <a:t>, sales decline sharply across all categories. </a:t>
            </a:r>
            <a:r>
              <a:rPr lang="en-US" sz="1400" b="1" dirty="0"/>
              <a:t>Sizing kits drive &gt;75% of offline volume</a:t>
            </a:r>
            <a:r>
              <a:rPr lang="en-US" sz="1400" dirty="0"/>
              <a:t>, indicating </a:t>
            </a:r>
            <a:r>
              <a:rPr lang="en-US" sz="1400" b="1" dirty="0"/>
              <a:t>strong top-of-funnel interest </a:t>
            </a:r>
            <a:r>
              <a:rPr lang="en-US" sz="1400" dirty="0"/>
              <a:t>but </a:t>
            </a:r>
            <a:r>
              <a:rPr lang="en-US" sz="1400" b="1" dirty="0"/>
              <a:t>lower ring conversion</a:t>
            </a:r>
            <a:endParaRPr lang="en-IN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D9DA85-9348-952F-4F46-D7F495C6DCAB}"/>
              </a:ext>
            </a:extLst>
          </p:cNvPr>
          <p:cNvSpPr txBox="1"/>
          <p:nvPr/>
        </p:nvSpPr>
        <p:spPr>
          <a:xfrm>
            <a:off x="767937" y="2011893"/>
            <a:ext cx="95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Performance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B0BBC7-BE9D-48B0-81AD-178B02D982B1}"/>
              </a:ext>
            </a:extLst>
          </p:cNvPr>
          <p:cNvCxnSpPr/>
          <p:nvPr/>
        </p:nvCxnSpPr>
        <p:spPr>
          <a:xfrm>
            <a:off x="343612" y="2764912"/>
            <a:ext cx="1150477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AB42F4A-570C-4ADC-A375-FD9CFEF9B02A}"/>
              </a:ext>
            </a:extLst>
          </p:cNvPr>
          <p:cNvSpPr txBox="1"/>
          <p:nvPr/>
        </p:nvSpPr>
        <p:spPr>
          <a:xfrm>
            <a:off x="1780984" y="2844100"/>
            <a:ext cx="100674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 of </a:t>
            </a:r>
            <a:r>
              <a:rPr lang="en-US" sz="1400" b="1" dirty="0"/>
              <a:t>3432 stores</a:t>
            </a:r>
            <a:r>
              <a:rPr lang="en-US" sz="1400" dirty="0"/>
              <a:t>, </a:t>
            </a:r>
            <a:r>
              <a:rPr lang="en-US" sz="1400" b="1" dirty="0"/>
              <a:t>~75% of stores</a:t>
            </a:r>
            <a:r>
              <a:rPr lang="en-US" sz="1400" dirty="0"/>
              <a:t> </a:t>
            </a:r>
            <a:r>
              <a:rPr lang="en-US" sz="1400" b="1" dirty="0"/>
              <a:t>recorded zero sales </a:t>
            </a:r>
            <a:r>
              <a:rPr lang="en-US" sz="1400" dirty="0"/>
              <a:t>(no kit or ring sales) over five months. These stores hold </a:t>
            </a:r>
            <a:r>
              <a:rPr lang="en-US" sz="1400" b="1" dirty="0"/>
              <a:t>~11.5k units</a:t>
            </a:r>
            <a:r>
              <a:rPr lang="en-US" sz="1400" dirty="0"/>
              <a:t> of idle inventory, mostly sizing kits. This inactivity is consistent across all ring SKUs, signaling </a:t>
            </a:r>
            <a:r>
              <a:rPr lang="en-US" sz="1400" b="1" dirty="0"/>
              <a:t>structural over-distribution</a:t>
            </a:r>
            <a:r>
              <a:rPr lang="en-US" sz="1400" dirty="0"/>
              <a:t>, not product performance issues</a:t>
            </a:r>
            <a:endParaRPr lang="en-IN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1528EC-68B2-D5F9-9C8B-E5B9CD6E4594}"/>
              </a:ext>
            </a:extLst>
          </p:cNvPr>
          <p:cNvSpPr txBox="1"/>
          <p:nvPr/>
        </p:nvSpPr>
        <p:spPr>
          <a:xfrm>
            <a:off x="767937" y="2880784"/>
            <a:ext cx="1240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Store inactivity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B26333-4BC0-E658-D0E0-C69CFD668B12}"/>
              </a:ext>
            </a:extLst>
          </p:cNvPr>
          <p:cNvCxnSpPr/>
          <p:nvPr/>
        </p:nvCxnSpPr>
        <p:spPr>
          <a:xfrm>
            <a:off x="343612" y="3633803"/>
            <a:ext cx="1150477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4038CB-E37D-6B68-C7E5-1E88B05E2ADB}"/>
              </a:ext>
            </a:extLst>
          </p:cNvPr>
          <p:cNvSpPr txBox="1"/>
          <p:nvPr/>
        </p:nvSpPr>
        <p:spPr>
          <a:xfrm>
            <a:off x="1780984" y="3712991"/>
            <a:ext cx="100674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Among the </a:t>
            </a:r>
            <a:r>
              <a:rPr lang="en-US" sz="1400" b="1" dirty="0"/>
              <a:t>863 active stores</a:t>
            </a:r>
            <a:r>
              <a:rPr lang="en-US" sz="1400" dirty="0"/>
              <a:t>, segmentation by </a:t>
            </a:r>
            <a:r>
              <a:rPr lang="en-US" sz="1400" b="1" dirty="0"/>
              <a:t>sales velocity</a:t>
            </a:r>
            <a:r>
              <a:rPr lang="en-US" sz="1400" dirty="0"/>
              <a:t> and </a:t>
            </a:r>
            <a:r>
              <a:rPr lang="en-US" sz="1400" b="1" dirty="0"/>
              <a:t>days of inventory</a:t>
            </a:r>
            <a:r>
              <a:rPr lang="en-US" sz="1400" dirty="0"/>
              <a:t> reveals: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173 High-velocity stores </a:t>
            </a:r>
            <a:r>
              <a:rPr lang="en-US" sz="1400" dirty="0"/>
              <a:t>with </a:t>
            </a:r>
            <a:r>
              <a:rPr lang="en-US" sz="1400" b="1" dirty="0"/>
              <a:t>strong demand</a:t>
            </a:r>
            <a:r>
              <a:rPr lang="en-US" sz="1400" dirty="0"/>
              <a:t>, low days of inventory (DOI) which is ideal for </a:t>
            </a:r>
            <a:r>
              <a:rPr lang="en-US" sz="1400" b="1" dirty="0"/>
              <a:t>deeper stock and growth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347 Medium-velocity stores </a:t>
            </a:r>
            <a:r>
              <a:rPr lang="en-US" sz="1400" dirty="0"/>
              <a:t>generate </a:t>
            </a:r>
            <a:r>
              <a:rPr lang="en-US" sz="1400" b="1" dirty="0"/>
              <a:t>consistent demand </a:t>
            </a:r>
            <a:r>
              <a:rPr lang="en-US" sz="1400" dirty="0"/>
              <a:t>and are suited for </a:t>
            </a:r>
            <a:r>
              <a:rPr lang="en-US" sz="1400" b="1" dirty="0"/>
              <a:t>bundling or lean assortments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123 Low-velocity stores </a:t>
            </a:r>
            <a:r>
              <a:rPr lang="en-US" sz="1400" dirty="0"/>
              <a:t>exhibit </a:t>
            </a:r>
            <a:r>
              <a:rPr lang="en-US" sz="1400" b="1" dirty="0"/>
              <a:t>low, but steady demand </a:t>
            </a:r>
            <a:r>
              <a:rPr lang="en-US" sz="1400" dirty="0"/>
              <a:t>making it ideal to </a:t>
            </a:r>
            <a:r>
              <a:rPr lang="en-US" sz="1400" b="1" dirty="0"/>
              <a:t>switch to a gift-card model </a:t>
            </a:r>
            <a:r>
              <a:rPr lang="en-US" sz="1400" dirty="0"/>
              <a:t>to reduce physical 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220 Underperformers </a:t>
            </a:r>
            <a:r>
              <a:rPr lang="en-US" sz="1400" dirty="0"/>
              <a:t>showing </a:t>
            </a:r>
            <a:r>
              <a:rPr lang="en-US" sz="1400" b="1" dirty="0"/>
              <a:t>low movement </a:t>
            </a:r>
            <a:r>
              <a:rPr lang="en-US" sz="1400" dirty="0"/>
              <a:t>across SKUs and are candidates for </a:t>
            </a:r>
            <a:r>
              <a:rPr lang="en-US" sz="1400" b="1" dirty="0"/>
              <a:t>de-stocking and exit</a:t>
            </a:r>
            <a:endParaRPr lang="en-IN" sz="1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5A0CE2-03CF-6244-BA6F-585FF6A8DA76}"/>
              </a:ext>
            </a:extLst>
          </p:cNvPr>
          <p:cNvSpPr txBox="1"/>
          <p:nvPr/>
        </p:nvSpPr>
        <p:spPr>
          <a:xfrm>
            <a:off x="767937" y="3749675"/>
            <a:ext cx="10847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Velocity segmentation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57E5DC-C7D9-3EB0-62F6-D57FEFDB2791}"/>
              </a:ext>
            </a:extLst>
          </p:cNvPr>
          <p:cNvCxnSpPr/>
          <p:nvPr/>
        </p:nvCxnSpPr>
        <p:spPr>
          <a:xfrm>
            <a:off x="343612" y="5133954"/>
            <a:ext cx="1150477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CF9B387-2B70-D6E6-2701-A523A486F543}"/>
              </a:ext>
            </a:extLst>
          </p:cNvPr>
          <p:cNvSpPr txBox="1"/>
          <p:nvPr/>
        </p:nvSpPr>
        <p:spPr>
          <a:xfrm>
            <a:off x="767937" y="5281314"/>
            <a:ext cx="1329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Strategic direction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676A5F-0614-23F6-24EC-CEC8B6F62216}"/>
              </a:ext>
            </a:extLst>
          </p:cNvPr>
          <p:cNvSpPr txBox="1"/>
          <p:nvPr/>
        </p:nvSpPr>
        <p:spPr>
          <a:xfrm>
            <a:off x="1780984" y="5249114"/>
            <a:ext cx="10067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Opting for a </a:t>
            </a:r>
            <a:r>
              <a:rPr lang="en-US" sz="1400" b="1" dirty="0"/>
              <a:t>velocity-based operating approach </a:t>
            </a:r>
            <a:r>
              <a:rPr lang="en-US" sz="1400" dirty="0"/>
              <a:t>reduces inventory risk, redeploys idle units to active stores, improves conversion in productive stores, and enables a </a:t>
            </a:r>
            <a:r>
              <a:rPr lang="en-US" sz="1400" b="1" dirty="0"/>
              <a:t>scalable, inventory-light offline model</a:t>
            </a:r>
            <a:r>
              <a:rPr lang="en-US" sz="1400" dirty="0"/>
              <a:t> </a:t>
            </a:r>
            <a:r>
              <a:rPr lang="en-US" sz="1400" b="1" dirty="0"/>
              <a:t>aligned to actual demand patterns</a:t>
            </a:r>
            <a:endParaRPr lang="en-IN" sz="1400" b="1" dirty="0"/>
          </a:p>
        </p:txBody>
      </p:sp>
      <p:pic>
        <p:nvPicPr>
          <p:cNvPr id="21" name="Graphic 20" descr="Chess pieces with solid fill">
            <a:extLst>
              <a:ext uri="{FF2B5EF4-FFF2-40B4-BE49-F238E27FC236}">
                <a16:creationId xmlns:a16="http://schemas.microsoft.com/office/drawing/2014/main" id="{F1C4D5E3-E15F-E1AB-F884-46AAB0C21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055" y="5330668"/>
            <a:ext cx="352800" cy="352800"/>
          </a:xfrm>
          <a:prstGeom prst="rect">
            <a:avLst/>
          </a:prstGeom>
        </p:spPr>
      </p:pic>
      <p:pic>
        <p:nvPicPr>
          <p:cNvPr id="23" name="Graphic 22" descr="Store with solid fill">
            <a:extLst>
              <a:ext uri="{FF2B5EF4-FFF2-40B4-BE49-F238E27FC236}">
                <a16:creationId xmlns:a16="http://schemas.microsoft.com/office/drawing/2014/main" id="{3E50AB5F-1175-44A3-3385-7F15A8E6B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055" y="2891734"/>
            <a:ext cx="352800" cy="352800"/>
          </a:xfrm>
          <a:prstGeom prst="rect">
            <a:avLst/>
          </a:prstGeom>
        </p:spPr>
      </p:pic>
      <p:pic>
        <p:nvPicPr>
          <p:cNvPr id="25" name="Graphic 24" descr="Magnifying glass with solid fill">
            <a:extLst>
              <a:ext uri="{FF2B5EF4-FFF2-40B4-BE49-F238E27FC236}">
                <a16:creationId xmlns:a16="http://schemas.microsoft.com/office/drawing/2014/main" id="{2135ECE8-7F9F-9D6D-0A96-E9176B9760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055" y="1292786"/>
            <a:ext cx="352800" cy="352800"/>
          </a:xfrm>
          <a:prstGeom prst="rect">
            <a:avLst/>
          </a:prstGeom>
        </p:spPr>
      </p:pic>
      <p:pic>
        <p:nvPicPr>
          <p:cNvPr id="27" name="Graphic 26" descr="Dollar with solid fill">
            <a:extLst>
              <a:ext uri="{FF2B5EF4-FFF2-40B4-BE49-F238E27FC236}">
                <a16:creationId xmlns:a16="http://schemas.microsoft.com/office/drawing/2014/main" id="{FE9FBBEA-E36D-75A9-4361-D5D7DF95D6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066" y="2041078"/>
            <a:ext cx="352800" cy="352800"/>
          </a:xfrm>
          <a:prstGeom prst="rect">
            <a:avLst/>
          </a:prstGeom>
        </p:spPr>
      </p:pic>
      <p:pic>
        <p:nvPicPr>
          <p:cNvPr id="29" name="Graphic 28" descr="Filter with solid fill">
            <a:extLst>
              <a:ext uri="{FF2B5EF4-FFF2-40B4-BE49-F238E27FC236}">
                <a16:creationId xmlns:a16="http://schemas.microsoft.com/office/drawing/2014/main" id="{4F51CF00-117F-B879-4C31-51C8C864DB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066" y="3765423"/>
            <a:ext cx="352800" cy="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35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ADFCB73-8CB0-65E1-22FF-0CB0B7E698A4}"/>
              </a:ext>
            </a:extLst>
          </p:cNvPr>
          <p:cNvSpPr/>
          <p:nvPr/>
        </p:nvSpPr>
        <p:spPr>
          <a:xfrm>
            <a:off x="8954219" y="0"/>
            <a:ext cx="323778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716716-23A1-F8FE-AFA8-0837B3798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13" y="534838"/>
            <a:ext cx="8561328" cy="725369"/>
          </a:xfrm>
        </p:spPr>
        <p:txBody>
          <a:bodyPr>
            <a:noAutofit/>
          </a:bodyPr>
          <a:lstStyle/>
          <a:p>
            <a:r>
              <a:rPr lang="en-US" sz="2500" b="1" dirty="0"/>
              <a:t>Robust summer performance falls from July onward, exposing deep seasonality in offline demand</a:t>
            </a:r>
            <a:endParaRPr lang="en-IN" sz="2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5E7D3-721C-7E0F-2804-871A1B077CF9}"/>
              </a:ext>
            </a:extLst>
          </p:cNvPr>
          <p:cNvSpPr txBox="1"/>
          <p:nvPr/>
        </p:nvSpPr>
        <p:spPr>
          <a:xfrm>
            <a:off x="9983638" y="6331789"/>
            <a:ext cx="1864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5E5E6-7E9D-3B54-6F9F-9A368A752ACE}"/>
              </a:ext>
            </a:extLst>
          </p:cNvPr>
          <p:cNvSpPr txBox="1"/>
          <p:nvPr/>
        </p:nvSpPr>
        <p:spPr>
          <a:xfrm>
            <a:off x="343614" y="6331789"/>
            <a:ext cx="2894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Source: </a:t>
            </a:r>
            <a:r>
              <a:rPr lang="en-IN" sz="1000" dirty="0" err="1"/>
              <a:t>Promethus</a:t>
            </a:r>
            <a:r>
              <a:rPr lang="en-IN" sz="1000" dirty="0"/>
              <a:t> Total Sales data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47CAC41A-B61B-37C4-251E-89595B59B6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8757065"/>
              </p:ext>
            </p:extLst>
          </p:nvPr>
        </p:nvGraphicFramePr>
        <p:xfrm>
          <a:off x="298823" y="1595718"/>
          <a:ext cx="8128000" cy="4584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D26798C-BE18-61B3-F4D0-B7AB35C3A6A1}"/>
              </a:ext>
            </a:extLst>
          </p:cNvPr>
          <p:cNvSpPr txBox="1"/>
          <p:nvPr/>
        </p:nvSpPr>
        <p:spPr>
          <a:xfrm>
            <a:off x="889728" y="4303056"/>
            <a:ext cx="462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359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C8DCCA-780D-75BC-6AE8-53EADF4EAEEE}"/>
              </a:ext>
            </a:extLst>
          </p:cNvPr>
          <p:cNvSpPr txBox="1"/>
          <p:nvPr/>
        </p:nvSpPr>
        <p:spPr>
          <a:xfrm>
            <a:off x="1741376" y="2477243"/>
            <a:ext cx="462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995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E2D2C1-6E17-ED5B-6883-08535F68E300}"/>
              </a:ext>
            </a:extLst>
          </p:cNvPr>
          <p:cNvSpPr txBox="1"/>
          <p:nvPr/>
        </p:nvSpPr>
        <p:spPr>
          <a:xfrm>
            <a:off x="2599000" y="3269127"/>
            <a:ext cx="462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718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F63DA5-4ADD-B539-AD9D-21D76043023E}"/>
              </a:ext>
            </a:extLst>
          </p:cNvPr>
          <p:cNvSpPr txBox="1"/>
          <p:nvPr/>
        </p:nvSpPr>
        <p:spPr>
          <a:xfrm>
            <a:off x="3438694" y="2713451"/>
            <a:ext cx="462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911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A7B30E-4D32-573B-2830-2514FABA022F}"/>
              </a:ext>
            </a:extLst>
          </p:cNvPr>
          <p:cNvSpPr txBox="1"/>
          <p:nvPr/>
        </p:nvSpPr>
        <p:spPr>
          <a:xfrm>
            <a:off x="4284365" y="3577050"/>
            <a:ext cx="462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612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6626C8-CA9A-D11D-8711-ED5946BE56D2}"/>
              </a:ext>
            </a:extLst>
          </p:cNvPr>
          <p:cNvSpPr txBox="1"/>
          <p:nvPr/>
        </p:nvSpPr>
        <p:spPr>
          <a:xfrm>
            <a:off x="5118085" y="3976433"/>
            <a:ext cx="462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473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7ABBA-6FB2-A18D-DD84-32F7F1177885}"/>
              </a:ext>
            </a:extLst>
          </p:cNvPr>
          <p:cNvSpPr txBox="1"/>
          <p:nvPr/>
        </p:nvSpPr>
        <p:spPr>
          <a:xfrm>
            <a:off x="5969733" y="4231343"/>
            <a:ext cx="462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383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1CA269-DF7B-3D5A-F722-EA3B8E47B35D}"/>
              </a:ext>
            </a:extLst>
          </p:cNvPr>
          <p:cNvSpPr txBox="1"/>
          <p:nvPr/>
        </p:nvSpPr>
        <p:spPr>
          <a:xfrm>
            <a:off x="6809428" y="3724378"/>
            <a:ext cx="462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561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0AC97A-D281-C999-57EB-3B1CE514820D}"/>
              </a:ext>
            </a:extLst>
          </p:cNvPr>
          <p:cNvSpPr txBox="1"/>
          <p:nvPr/>
        </p:nvSpPr>
        <p:spPr>
          <a:xfrm>
            <a:off x="7667052" y="4348015"/>
            <a:ext cx="462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343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D04392-4971-7DD5-BF3A-12B42397CD42}"/>
              </a:ext>
            </a:extLst>
          </p:cNvPr>
          <p:cNvSpPr txBox="1"/>
          <p:nvPr/>
        </p:nvSpPr>
        <p:spPr>
          <a:xfrm>
            <a:off x="343613" y="1565833"/>
            <a:ext cx="38100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u="sng" dirty="0"/>
              <a:t>Monthly net sales, by product category, </a:t>
            </a:r>
            <a:r>
              <a:rPr lang="en-IN" sz="1200" u="sng" dirty="0"/>
              <a:t># of units sold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7B4FB1-F81C-A89C-1B7D-83F8EC0B661B}"/>
              </a:ext>
            </a:extLst>
          </p:cNvPr>
          <p:cNvSpPr txBox="1"/>
          <p:nvPr/>
        </p:nvSpPr>
        <p:spPr>
          <a:xfrm>
            <a:off x="9353572" y="1565833"/>
            <a:ext cx="1615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Key Insights</a:t>
            </a:r>
            <a:endParaRPr lang="en-IN" sz="1200" b="1" dirty="0"/>
          </a:p>
        </p:txBody>
      </p:sp>
      <p:pic>
        <p:nvPicPr>
          <p:cNvPr id="31" name="Graphic 30" descr="Heart with pulse outline">
            <a:extLst>
              <a:ext uri="{FF2B5EF4-FFF2-40B4-BE49-F238E27FC236}">
                <a16:creationId xmlns:a16="http://schemas.microsoft.com/office/drawing/2014/main" id="{E30093C0-EE4F-3C24-0B9E-91572431C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5125" y="1485105"/>
            <a:ext cx="469232" cy="46923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AEA09D8-8153-872D-DB79-9CCA5B71BD49}"/>
              </a:ext>
            </a:extLst>
          </p:cNvPr>
          <p:cNvSpPr txBox="1"/>
          <p:nvPr/>
        </p:nvSpPr>
        <p:spPr>
          <a:xfrm>
            <a:off x="9209741" y="1906528"/>
            <a:ext cx="26386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Stores deliver </a:t>
            </a:r>
            <a:r>
              <a:rPr lang="en-US" sz="1200" b="1" dirty="0"/>
              <a:t>strong peak sales</a:t>
            </a:r>
            <a:r>
              <a:rPr lang="en-US" sz="1200" dirty="0"/>
              <a:t> </a:t>
            </a:r>
            <a:r>
              <a:rPr lang="en-US" sz="1200" b="1" dirty="0"/>
              <a:t>from March to June</a:t>
            </a:r>
            <a:r>
              <a:rPr lang="en-US" sz="1200" dirty="0"/>
              <a:t> driven by tax refunds, higher spring footfall, and early summer wellness purchases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From July onward, </a:t>
            </a:r>
            <a:r>
              <a:rPr lang="en-US" sz="1200" b="1" dirty="0"/>
              <a:t>sales decline sharply across categories</a:t>
            </a:r>
            <a:r>
              <a:rPr lang="en-US" sz="1200" dirty="0"/>
              <a:t> as summer traffic drops, staff hours reduce, and footfall shifts away from malls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Sizing Kits contribute over 75% of offline volume</a:t>
            </a:r>
            <a:r>
              <a:rPr lang="en-US" sz="1200" dirty="0"/>
              <a:t>, indicating strong top-of-funnel intent but weak conversion into ring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Ring sales remain small and inconsistent</a:t>
            </a:r>
            <a:r>
              <a:rPr lang="en-US" sz="1200" dirty="0"/>
              <a:t>, highlighting inventory–demand mismatch and the need for tighter SKU 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New Bionic Gold variants show early traction</a:t>
            </a:r>
            <a:r>
              <a:rPr lang="en-US" sz="1200" dirty="0"/>
              <a:t>, but volumes remain too low to offset the broader mid-year slowdown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255039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E1016D-A3A4-49D2-163C-81027DCF4405}"/>
              </a:ext>
            </a:extLst>
          </p:cNvPr>
          <p:cNvSpPr/>
          <p:nvPr/>
        </p:nvSpPr>
        <p:spPr>
          <a:xfrm>
            <a:off x="8954219" y="0"/>
            <a:ext cx="323778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B5404FC-ADB7-F596-F672-29A2005E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13" y="279990"/>
            <a:ext cx="8561328" cy="980217"/>
          </a:xfrm>
        </p:spPr>
        <p:txBody>
          <a:bodyPr>
            <a:noAutofit/>
          </a:bodyPr>
          <a:lstStyle/>
          <a:p>
            <a:r>
              <a:rPr lang="en-US" sz="2500" b="1" dirty="0"/>
              <a:t>Widespread store inactivity indicates significant over-distribution and clear opportunity for footprint </a:t>
            </a:r>
            <a:r>
              <a:rPr lang="en-US" sz="2500" b="1" dirty="0" err="1"/>
              <a:t>optimisation</a:t>
            </a:r>
            <a:endParaRPr lang="en-IN" sz="25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87FC50-3F72-800C-77A6-E3B11F924E61}"/>
              </a:ext>
            </a:extLst>
          </p:cNvPr>
          <p:cNvSpPr txBox="1"/>
          <p:nvPr/>
        </p:nvSpPr>
        <p:spPr>
          <a:xfrm>
            <a:off x="9983638" y="6331789"/>
            <a:ext cx="1864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CFD124-08D6-1B59-7AC7-2F1780C3E34F}"/>
              </a:ext>
            </a:extLst>
          </p:cNvPr>
          <p:cNvSpPr txBox="1"/>
          <p:nvPr/>
        </p:nvSpPr>
        <p:spPr>
          <a:xfrm>
            <a:off x="343614" y="6331789"/>
            <a:ext cx="2894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Source: </a:t>
            </a:r>
            <a:r>
              <a:rPr lang="en-IN" sz="1000" dirty="0" err="1"/>
              <a:t>Promethus</a:t>
            </a:r>
            <a:r>
              <a:rPr lang="en-IN" sz="1000" dirty="0"/>
              <a:t> Store-wise sales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009963-D05C-C9F9-FB76-96E2F87B2731}"/>
              </a:ext>
            </a:extLst>
          </p:cNvPr>
          <p:cNvSpPr txBox="1"/>
          <p:nvPr/>
        </p:nvSpPr>
        <p:spPr>
          <a:xfrm>
            <a:off x="343614" y="5704260"/>
            <a:ext cx="84955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Assumptions:</a:t>
            </a:r>
          </a:p>
          <a:p>
            <a:pPr marL="228600" indent="-228600">
              <a:buAutoNum type="arabicPeriod"/>
            </a:pPr>
            <a:r>
              <a:rPr lang="en-US" sz="800" dirty="0"/>
              <a:t>Gold category SKUs (AG series) were captured in retailer-level monthly totals but did not appear in the POS SKU-level reports, suggesting online-only sales or delayed POS activation in offline stores. As a result, SKU-level analysis focuses on the 5 SKUs consistently present in stores</a:t>
            </a:r>
          </a:p>
          <a:p>
            <a:pPr marL="228600" indent="-228600">
              <a:buAutoNum type="arabicPeriod"/>
            </a:pPr>
            <a:r>
              <a:rPr lang="en-US" sz="800" dirty="0"/>
              <a:t>The “Total Store Sales” tab contains retailer-provided offline monthly totals for Feb–Jun. SKU-level POS reporting was enabled only from July onward.. Therefore, all SKU/store-level velocity, DOI, and segmentation analysis are based on July–Oct where granular data is complete</a:t>
            </a:r>
            <a:endParaRPr lang="en-IN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6C3D0F-449F-78A2-1950-91C3E6FDD09F}"/>
              </a:ext>
            </a:extLst>
          </p:cNvPr>
          <p:cNvSpPr txBox="1"/>
          <p:nvPr/>
        </p:nvSpPr>
        <p:spPr>
          <a:xfrm>
            <a:off x="343613" y="1565833"/>
            <a:ext cx="6338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u="sng" dirty="0"/>
              <a:t>Proportion of active and inactive stores by product categories, </a:t>
            </a:r>
            <a:r>
              <a:rPr lang="en-IN" sz="1200" u="sng" dirty="0"/>
              <a:t>%</a:t>
            </a:r>
            <a:endParaRPr lang="en-IN" sz="1200" b="1" u="sng" dirty="0"/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1F705344-DC12-3457-E774-ABABE5700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655601"/>
              </p:ext>
            </p:extLst>
          </p:nvPr>
        </p:nvGraphicFramePr>
        <p:xfrm>
          <a:off x="343613" y="1773714"/>
          <a:ext cx="8495586" cy="4030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F1D39D8-5FB7-D7D4-7863-B55865531802}"/>
              </a:ext>
            </a:extLst>
          </p:cNvPr>
          <p:cNvSpPr txBox="1"/>
          <p:nvPr/>
        </p:nvSpPr>
        <p:spPr>
          <a:xfrm>
            <a:off x="9353572" y="1565833"/>
            <a:ext cx="1615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Key Insights</a:t>
            </a:r>
            <a:endParaRPr lang="en-IN" sz="1200" b="1" dirty="0"/>
          </a:p>
        </p:txBody>
      </p:sp>
      <p:pic>
        <p:nvPicPr>
          <p:cNvPr id="22" name="Graphic 21" descr="Heart with pulse outline">
            <a:extLst>
              <a:ext uri="{FF2B5EF4-FFF2-40B4-BE49-F238E27FC236}">
                <a16:creationId xmlns:a16="http://schemas.microsoft.com/office/drawing/2014/main" id="{A672CB7C-D903-7FCF-9F28-D9249A2A5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5125" y="1485105"/>
            <a:ext cx="469232" cy="4692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2D0051-51F7-C2A3-5189-4EA8F83B5B4C}"/>
              </a:ext>
            </a:extLst>
          </p:cNvPr>
          <p:cNvSpPr txBox="1"/>
          <p:nvPr/>
        </p:nvSpPr>
        <p:spPr>
          <a:xfrm>
            <a:off x="9209741" y="1906528"/>
            <a:ext cx="263864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Out of 3432 stores, </a:t>
            </a:r>
            <a:r>
              <a:rPr lang="en-IN" sz="1200" b="1" dirty="0"/>
              <a:t>2569 stores (~75% of footprint) </a:t>
            </a:r>
            <a:r>
              <a:rPr lang="en-IN" sz="1200" dirty="0"/>
              <a:t>have sold neither sizing kits nor rings in the sales period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Inactive stores account for a disproportionate share of inventory held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inactivity pattern is </a:t>
            </a:r>
            <a:r>
              <a:rPr lang="en-US" sz="1200" b="1" dirty="0"/>
              <a:t>consistent across all ring SKUs</a:t>
            </a:r>
            <a:r>
              <a:rPr lang="en-US" sz="1200" dirty="0"/>
              <a:t>, confirming that store underperformance is structural, not SKU-driven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Eliminating these stores frees up ~11.5k units</a:t>
            </a:r>
            <a:r>
              <a:rPr lang="en-US" sz="1200" dirty="0"/>
              <a:t> which can be reallocated to active, high-conversion locations or central pool for gift card fulfillment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472129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8FE48C-20E4-AE29-BED4-D8CF49ABCB61}"/>
              </a:ext>
            </a:extLst>
          </p:cNvPr>
          <p:cNvSpPr/>
          <p:nvPr/>
        </p:nvSpPr>
        <p:spPr>
          <a:xfrm>
            <a:off x="8954219" y="0"/>
            <a:ext cx="323778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2277F-3207-3AEC-1871-038355E9B74D}"/>
              </a:ext>
            </a:extLst>
          </p:cNvPr>
          <p:cNvSpPr txBox="1"/>
          <p:nvPr/>
        </p:nvSpPr>
        <p:spPr>
          <a:xfrm>
            <a:off x="343613" y="6331789"/>
            <a:ext cx="35769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Source: </a:t>
            </a:r>
            <a:r>
              <a:rPr lang="en-IN" sz="1000" dirty="0" err="1"/>
              <a:t>Promethus</a:t>
            </a:r>
            <a:r>
              <a:rPr lang="en-IN" sz="1000" dirty="0"/>
              <a:t> Store-wise sales and inventory data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9EFC50-16AB-69D1-E8F9-D593EFFBA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13" y="279990"/>
            <a:ext cx="8561328" cy="980217"/>
          </a:xfrm>
        </p:spPr>
        <p:txBody>
          <a:bodyPr>
            <a:noAutofit/>
          </a:bodyPr>
          <a:lstStyle/>
          <a:p>
            <a:r>
              <a:rPr lang="en-US" sz="2500" b="1" dirty="0"/>
              <a:t>Store performance segmentation highlights distinct clusters for investment, SKU right-sizing, gift-card deployment, and exit</a:t>
            </a:r>
            <a:endParaRPr lang="en-IN" sz="25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5E4732-ECFA-F103-5832-0F2BEDC9191D}"/>
              </a:ext>
            </a:extLst>
          </p:cNvPr>
          <p:cNvSpPr txBox="1"/>
          <p:nvPr/>
        </p:nvSpPr>
        <p:spPr>
          <a:xfrm>
            <a:off x="343613" y="1446308"/>
            <a:ext cx="6744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u="sng" dirty="0"/>
              <a:t>Store performance sorted by days of inventory and monthly sales velocity</a:t>
            </a:r>
            <a:r>
              <a:rPr lang="en-IN" sz="1400" u="sng" dirty="0"/>
              <a:t> </a:t>
            </a:r>
            <a:r>
              <a:rPr lang="en-IN" sz="1200" dirty="0"/>
              <a:t>(extract)</a:t>
            </a:r>
            <a:endParaRPr lang="en-IN" sz="1200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BDE7FB-D93E-D02D-75F2-18AA3367E2E3}"/>
              </a:ext>
            </a:extLst>
          </p:cNvPr>
          <p:cNvCxnSpPr>
            <a:cxnSpLocks/>
          </p:cNvCxnSpPr>
          <p:nvPr/>
        </p:nvCxnSpPr>
        <p:spPr>
          <a:xfrm flipV="1">
            <a:off x="821294" y="1846735"/>
            <a:ext cx="21391" cy="369834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9D2E8A-35E6-6812-9EFC-10FEEFD88DEC}"/>
              </a:ext>
            </a:extLst>
          </p:cNvPr>
          <p:cNvCxnSpPr>
            <a:cxnSpLocks/>
          </p:cNvCxnSpPr>
          <p:nvPr/>
        </p:nvCxnSpPr>
        <p:spPr>
          <a:xfrm>
            <a:off x="830733" y="5534223"/>
            <a:ext cx="7667808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5C855BE-D6CD-546A-08F4-3AA6C427B8E1}"/>
              </a:ext>
            </a:extLst>
          </p:cNvPr>
          <p:cNvCxnSpPr>
            <a:cxnSpLocks/>
          </p:cNvCxnSpPr>
          <p:nvPr/>
        </p:nvCxnSpPr>
        <p:spPr>
          <a:xfrm>
            <a:off x="4624277" y="1834812"/>
            <a:ext cx="26660" cy="3699411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2B1D3E0-043C-3088-0C0B-A26E78506923}"/>
              </a:ext>
            </a:extLst>
          </p:cNvPr>
          <p:cNvCxnSpPr/>
          <p:nvPr/>
        </p:nvCxnSpPr>
        <p:spPr>
          <a:xfrm>
            <a:off x="830733" y="3657610"/>
            <a:ext cx="7590114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0DC9A05-BB3E-2614-A14F-8EE2519D7B21}"/>
              </a:ext>
            </a:extLst>
          </p:cNvPr>
          <p:cNvSpPr txBox="1"/>
          <p:nvPr/>
        </p:nvSpPr>
        <p:spPr>
          <a:xfrm rot="16200000">
            <a:off x="399005" y="1982855"/>
            <a:ext cx="543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High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E14E49-37FB-29F1-62CD-87B72BC83872}"/>
              </a:ext>
            </a:extLst>
          </p:cNvPr>
          <p:cNvSpPr txBox="1"/>
          <p:nvPr/>
        </p:nvSpPr>
        <p:spPr>
          <a:xfrm rot="16200000">
            <a:off x="399005" y="5125688"/>
            <a:ext cx="543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CA4FA8-2674-EF13-25FC-252495CF85DC}"/>
              </a:ext>
            </a:extLst>
          </p:cNvPr>
          <p:cNvSpPr txBox="1"/>
          <p:nvPr/>
        </p:nvSpPr>
        <p:spPr>
          <a:xfrm>
            <a:off x="790373" y="5510317"/>
            <a:ext cx="543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Low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D14197-5CDE-E1BF-994D-2DA6D4152276}"/>
              </a:ext>
            </a:extLst>
          </p:cNvPr>
          <p:cNvSpPr txBox="1"/>
          <p:nvPr/>
        </p:nvSpPr>
        <p:spPr>
          <a:xfrm>
            <a:off x="8043741" y="5496787"/>
            <a:ext cx="543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High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09A651-29BD-CC7C-C398-E45900AB0300}"/>
              </a:ext>
            </a:extLst>
          </p:cNvPr>
          <p:cNvSpPr/>
          <p:nvPr/>
        </p:nvSpPr>
        <p:spPr>
          <a:xfrm>
            <a:off x="4700215" y="1942247"/>
            <a:ext cx="3570801" cy="1670624"/>
          </a:xfrm>
          <a:prstGeom prst="rect">
            <a:avLst/>
          </a:prstGeom>
          <a:solidFill>
            <a:srgbClr val="CC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01343E-1378-0AF9-7D3F-42FFF85990A4}"/>
              </a:ext>
            </a:extLst>
          </p:cNvPr>
          <p:cNvSpPr/>
          <p:nvPr/>
        </p:nvSpPr>
        <p:spPr>
          <a:xfrm>
            <a:off x="891963" y="3701131"/>
            <a:ext cx="3697221" cy="1765738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4A017A3-28D6-911F-E359-D7ACFB30C775}"/>
              </a:ext>
            </a:extLst>
          </p:cNvPr>
          <p:cNvSpPr/>
          <p:nvPr/>
        </p:nvSpPr>
        <p:spPr>
          <a:xfrm>
            <a:off x="4700215" y="3722372"/>
            <a:ext cx="3570801" cy="174550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8DB8E1-E78B-AC5E-77F1-D3183628F586}"/>
              </a:ext>
            </a:extLst>
          </p:cNvPr>
          <p:cNvSpPr/>
          <p:nvPr/>
        </p:nvSpPr>
        <p:spPr>
          <a:xfrm>
            <a:off x="913354" y="1942247"/>
            <a:ext cx="3675830" cy="167062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B0F1BA81-EF27-76E3-B478-4FF912B45186}"/>
              </a:ext>
            </a:extLst>
          </p:cNvPr>
          <p:cNvGrpSpPr/>
          <p:nvPr/>
        </p:nvGrpSpPr>
        <p:grpSpPr>
          <a:xfrm>
            <a:off x="1197538" y="3827762"/>
            <a:ext cx="602114" cy="1441515"/>
            <a:chOff x="1197538" y="4144505"/>
            <a:chExt cx="602114" cy="144151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EA087AD-1116-3A99-0C1C-EC0D305C078A}"/>
                </a:ext>
              </a:extLst>
            </p:cNvPr>
            <p:cNvGrpSpPr/>
            <p:nvPr/>
          </p:nvGrpSpPr>
          <p:grpSpPr>
            <a:xfrm>
              <a:off x="1197538" y="4144505"/>
              <a:ext cx="602114" cy="246221"/>
              <a:chOff x="6490447" y="1405677"/>
              <a:chExt cx="602114" cy="246221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2924CBC-B98C-8F81-003E-38B3C2E3B367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41D26F0-3963-008A-B367-F5357AF0BEF1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5</a:t>
                </a: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2BE1D59-BE9F-9AD1-5B79-77A17A8BE031}"/>
                </a:ext>
              </a:extLst>
            </p:cNvPr>
            <p:cNvGrpSpPr/>
            <p:nvPr/>
          </p:nvGrpSpPr>
          <p:grpSpPr>
            <a:xfrm>
              <a:off x="1197538" y="5339799"/>
              <a:ext cx="602114" cy="246221"/>
              <a:chOff x="6490447" y="1405677"/>
              <a:chExt cx="602114" cy="246221"/>
            </a:xfrm>
          </p:grpSpPr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7E631FE9-2E70-71EC-D26E-C8ED9C185580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4A771949-58AD-0A4F-1377-D21DA9ADA3C7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76</a:t>
                </a: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4F44D314-9365-47A0-A8EC-2B2057BB410B}"/>
                </a:ext>
              </a:extLst>
            </p:cNvPr>
            <p:cNvGrpSpPr/>
            <p:nvPr/>
          </p:nvGrpSpPr>
          <p:grpSpPr>
            <a:xfrm>
              <a:off x="1197538" y="4443328"/>
              <a:ext cx="602114" cy="246221"/>
              <a:chOff x="6490447" y="1405677"/>
              <a:chExt cx="602114" cy="246221"/>
            </a:xfrm>
          </p:grpSpPr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86307B8-2A78-A03B-866C-C692AC085CED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A7C5870-E000-FC5D-3C4D-AE163A60406F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25</a:t>
                </a: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0CD7BC14-217F-996B-0D75-2760E66C90E3}"/>
                </a:ext>
              </a:extLst>
            </p:cNvPr>
            <p:cNvGrpSpPr/>
            <p:nvPr/>
          </p:nvGrpSpPr>
          <p:grpSpPr>
            <a:xfrm>
              <a:off x="1197538" y="5040974"/>
              <a:ext cx="602114" cy="246221"/>
              <a:chOff x="6490447" y="1405677"/>
              <a:chExt cx="602114" cy="246221"/>
            </a:xfrm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4619CDA9-18C1-F440-2B46-1F560AC59037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C86C8130-7E1B-FC2F-7C5F-372ECEE54296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70</a:t>
                </a: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5734EB1D-4A0B-0F3A-6F5D-CB59DE594594}"/>
                </a:ext>
              </a:extLst>
            </p:cNvPr>
            <p:cNvGrpSpPr/>
            <p:nvPr/>
          </p:nvGrpSpPr>
          <p:grpSpPr>
            <a:xfrm>
              <a:off x="1197538" y="4742151"/>
              <a:ext cx="602114" cy="246221"/>
              <a:chOff x="6490447" y="1405677"/>
              <a:chExt cx="602114" cy="246221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C1E83485-A5E1-D0A7-9E16-DD07C926D5CB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596A5440-019B-07F4-37C7-45E28CE2BE23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47</a:t>
                </a:r>
              </a:p>
            </p:txBody>
          </p:sp>
        </p:grp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0BFFF507-6FC2-3641-6354-5A3216AB9D15}"/>
              </a:ext>
            </a:extLst>
          </p:cNvPr>
          <p:cNvGrpSpPr/>
          <p:nvPr/>
        </p:nvGrpSpPr>
        <p:grpSpPr>
          <a:xfrm>
            <a:off x="1822726" y="3827762"/>
            <a:ext cx="602114" cy="1441515"/>
            <a:chOff x="1784276" y="4144505"/>
            <a:chExt cx="602114" cy="1441515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D2E1A8F-D9C1-2907-7D02-42C11FBC4A7C}"/>
                </a:ext>
              </a:extLst>
            </p:cNvPr>
            <p:cNvGrpSpPr/>
            <p:nvPr/>
          </p:nvGrpSpPr>
          <p:grpSpPr>
            <a:xfrm>
              <a:off x="1784276" y="4144505"/>
              <a:ext cx="602114" cy="246221"/>
              <a:chOff x="6490447" y="1405677"/>
              <a:chExt cx="602114" cy="246221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6E10124A-C501-09AE-0E5A-E1583B48F220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109563D-4721-DF5C-1384-3CC211BCD3DD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136</a:t>
                </a:r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ECA45F1F-88A9-394B-48EE-B765416C9DC1}"/>
                </a:ext>
              </a:extLst>
            </p:cNvPr>
            <p:cNvGrpSpPr/>
            <p:nvPr/>
          </p:nvGrpSpPr>
          <p:grpSpPr>
            <a:xfrm>
              <a:off x="1784276" y="5339799"/>
              <a:ext cx="602114" cy="246221"/>
              <a:chOff x="6490447" y="1405677"/>
              <a:chExt cx="602114" cy="246221"/>
            </a:xfrm>
          </p:grpSpPr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420C6E6B-C92D-5281-C4A5-763E167B589B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AD6EA8E-5761-97BF-749A-F3C3B8E6A96C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179</a:t>
                </a: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502B63D2-1828-10AC-229A-623544ED7272}"/>
                </a:ext>
              </a:extLst>
            </p:cNvPr>
            <p:cNvGrpSpPr/>
            <p:nvPr/>
          </p:nvGrpSpPr>
          <p:grpSpPr>
            <a:xfrm>
              <a:off x="1784276" y="4443328"/>
              <a:ext cx="602114" cy="246221"/>
              <a:chOff x="6490447" y="1405677"/>
              <a:chExt cx="602114" cy="246221"/>
            </a:xfrm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EBD8A0BA-8062-B9EB-6F98-B341D585A494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42007C3D-4A95-2750-981A-E27DF68BAF59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150</a:t>
                </a:r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B0932190-8FD2-7475-0A89-DB062DD90BFF}"/>
                </a:ext>
              </a:extLst>
            </p:cNvPr>
            <p:cNvGrpSpPr/>
            <p:nvPr/>
          </p:nvGrpSpPr>
          <p:grpSpPr>
            <a:xfrm>
              <a:off x="1784276" y="5040974"/>
              <a:ext cx="602114" cy="246221"/>
              <a:chOff x="6490447" y="1405677"/>
              <a:chExt cx="602114" cy="246221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467A867F-33C1-1639-3EEA-7C09A249908E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AD6205EF-9E98-EC14-268C-1C687B8F5BFD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175</a:t>
                </a: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C61CE522-CD08-A5D9-5044-0C13EB38D93A}"/>
                </a:ext>
              </a:extLst>
            </p:cNvPr>
            <p:cNvGrpSpPr/>
            <p:nvPr/>
          </p:nvGrpSpPr>
          <p:grpSpPr>
            <a:xfrm>
              <a:off x="1784276" y="4742151"/>
              <a:ext cx="602114" cy="246221"/>
              <a:chOff x="6490447" y="1405677"/>
              <a:chExt cx="602114" cy="246221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2BDF0A31-A0ED-7D65-3086-E798C3DE7C43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FFE980F3-CBB8-2E07-5176-65991E417C5E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169</a:t>
                </a:r>
              </a:p>
            </p:txBody>
          </p:sp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8D9A732-EDD4-C9CF-40D8-19E2F9517800}"/>
              </a:ext>
            </a:extLst>
          </p:cNvPr>
          <p:cNvGrpSpPr/>
          <p:nvPr/>
        </p:nvGrpSpPr>
        <p:grpSpPr>
          <a:xfrm>
            <a:off x="2447914" y="3827762"/>
            <a:ext cx="602114" cy="1441515"/>
            <a:chOff x="2426448" y="4144505"/>
            <a:chExt cx="602114" cy="1441515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13DE8A1D-8E6E-5F8E-AB1C-652FFD1053DB}"/>
                </a:ext>
              </a:extLst>
            </p:cNvPr>
            <p:cNvGrpSpPr/>
            <p:nvPr/>
          </p:nvGrpSpPr>
          <p:grpSpPr>
            <a:xfrm>
              <a:off x="2426448" y="4144505"/>
              <a:ext cx="602114" cy="246221"/>
              <a:chOff x="6490447" y="1405677"/>
              <a:chExt cx="602114" cy="246221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2EC0BFA0-52DF-7E75-ECCE-15876DED0E6B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976E6F6F-9CD9-C278-8576-815465C12572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251</a:t>
                </a:r>
              </a:p>
            </p:txBody>
          </p: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672965D-BE4C-4247-98D8-CD56016644A9}"/>
                </a:ext>
              </a:extLst>
            </p:cNvPr>
            <p:cNvGrpSpPr/>
            <p:nvPr/>
          </p:nvGrpSpPr>
          <p:grpSpPr>
            <a:xfrm>
              <a:off x="2426448" y="5339799"/>
              <a:ext cx="602114" cy="246221"/>
              <a:chOff x="6490447" y="1405677"/>
              <a:chExt cx="602114" cy="246221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FE308552-99F6-2C92-6D57-3CFF5A3859C1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A7A03BAC-996E-C238-EF43-CDDB225565E0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298</a:t>
                </a:r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B251B598-1EDA-9C74-C155-DC642FCB1867}"/>
                </a:ext>
              </a:extLst>
            </p:cNvPr>
            <p:cNvGrpSpPr/>
            <p:nvPr/>
          </p:nvGrpSpPr>
          <p:grpSpPr>
            <a:xfrm>
              <a:off x="2426448" y="4443328"/>
              <a:ext cx="602114" cy="246221"/>
              <a:chOff x="6490447" y="1405677"/>
              <a:chExt cx="602114" cy="246221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487D73C4-C699-5373-8732-35814E9BB3BF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7E43C356-C625-3EA0-34F7-CE01CF6CCE96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286</a:t>
                </a: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DF4F13D1-8EE9-4ED4-8477-4B916B8A5C37}"/>
                </a:ext>
              </a:extLst>
            </p:cNvPr>
            <p:cNvGrpSpPr/>
            <p:nvPr/>
          </p:nvGrpSpPr>
          <p:grpSpPr>
            <a:xfrm>
              <a:off x="2426448" y="5040974"/>
              <a:ext cx="602114" cy="246221"/>
              <a:chOff x="6490447" y="1405677"/>
              <a:chExt cx="602114" cy="246221"/>
            </a:xfrm>
          </p:grpSpPr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CF76D4DB-739D-CB32-5745-5D0C12968712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CFE357E-6146-8984-E557-D8D8EE9D8FE3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294</a:t>
                </a:r>
              </a:p>
            </p:txBody>
          </p: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DC5576A6-772A-B1CB-3461-00C82500E77D}"/>
                </a:ext>
              </a:extLst>
            </p:cNvPr>
            <p:cNvGrpSpPr/>
            <p:nvPr/>
          </p:nvGrpSpPr>
          <p:grpSpPr>
            <a:xfrm>
              <a:off x="2426448" y="4742151"/>
              <a:ext cx="602114" cy="246221"/>
              <a:chOff x="6490447" y="1405677"/>
              <a:chExt cx="602114" cy="246221"/>
            </a:xfrm>
          </p:grpSpPr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ED8F9D2F-4056-4751-9D1F-26876B7F25F8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63433E1-0C15-644B-6484-7246F1E81699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289</a:t>
                </a: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1AB722F-C841-3669-3C25-FC3E2B8A8E05}"/>
              </a:ext>
            </a:extLst>
          </p:cNvPr>
          <p:cNvGrpSpPr/>
          <p:nvPr/>
        </p:nvGrpSpPr>
        <p:grpSpPr>
          <a:xfrm>
            <a:off x="3073102" y="3827762"/>
            <a:ext cx="602114" cy="1441515"/>
            <a:chOff x="3063663" y="4144505"/>
            <a:chExt cx="602114" cy="1441515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9E1E8964-B41F-2217-5BB9-884C9C6E6E29}"/>
                </a:ext>
              </a:extLst>
            </p:cNvPr>
            <p:cNvGrpSpPr/>
            <p:nvPr/>
          </p:nvGrpSpPr>
          <p:grpSpPr>
            <a:xfrm>
              <a:off x="3063663" y="4144505"/>
              <a:ext cx="602114" cy="246221"/>
              <a:chOff x="6490447" y="1405677"/>
              <a:chExt cx="602114" cy="246221"/>
            </a:xfrm>
          </p:grpSpPr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83D73378-92DA-EEF0-59EF-F604E1F4EA5E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41A56BD-C354-E037-6D39-EA9C25954285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352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19A47AED-C497-D610-9E29-8B85D2A5AF5F}"/>
                </a:ext>
              </a:extLst>
            </p:cNvPr>
            <p:cNvGrpSpPr/>
            <p:nvPr/>
          </p:nvGrpSpPr>
          <p:grpSpPr>
            <a:xfrm>
              <a:off x="3063663" y="5339799"/>
              <a:ext cx="602114" cy="246221"/>
              <a:chOff x="6490447" y="1405677"/>
              <a:chExt cx="602114" cy="246221"/>
            </a:xfrm>
          </p:grpSpPr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9FA67317-CF17-008B-4CD0-9C824D2D285E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FFA98793-E981-627C-236E-119ACF11B0C1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434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542F284-6C3B-2527-03E0-0B1C70F6E62A}"/>
                </a:ext>
              </a:extLst>
            </p:cNvPr>
            <p:cNvGrpSpPr/>
            <p:nvPr/>
          </p:nvGrpSpPr>
          <p:grpSpPr>
            <a:xfrm>
              <a:off x="3063663" y="4443328"/>
              <a:ext cx="602114" cy="246221"/>
              <a:chOff x="6490447" y="1405677"/>
              <a:chExt cx="602114" cy="246221"/>
            </a:xfrm>
          </p:grpSpPr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0D8649DF-8FE9-A007-4311-19554B9F45B0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BF827C02-6020-D9A0-6A58-B5D520BFE28A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403</a:t>
                </a:r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649A10EC-91F1-51FF-3396-35FFB76C9B36}"/>
                </a:ext>
              </a:extLst>
            </p:cNvPr>
            <p:cNvGrpSpPr/>
            <p:nvPr/>
          </p:nvGrpSpPr>
          <p:grpSpPr>
            <a:xfrm>
              <a:off x="3063663" y="5040974"/>
              <a:ext cx="602114" cy="246221"/>
              <a:chOff x="6490447" y="1405677"/>
              <a:chExt cx="602114" cy="246221"/>
            </a:xfrm>
          </p:grpSpPr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4660199E-D3E9-0999-ED01-D477D662932B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A9EF9B93-F4FB-C0D4-6972-3C8833F4F8D6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422</a:t>
                </a: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543199A7-45EE-01FE-DDAF-98E9E840A237}"/>
                </a:ext>
              </a:extLst>
            </p:cNvPr>
            <p:cNvGrpSpPr/>
            <p:nvPr/>
          </p:nvGrpSpPr>
          <p:grpSpPr>
            <a:xfrm>
              <a:off x="3063663" y="4742151"/>
              <a:ext cx="602114" cy="246221"/>
              <a:chOff x="6490447" y="1405677"/>
              <a:chExt cx="602114" cy="246221"/>
            </a:xfrm>
          </p:grpSpPr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7B3D3DBA-3E21-C531-C6EE-87C080264688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956EB85-FF29-B549-9314-BAD73AB4F1C7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420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31A4ED1-01EF-CA52-A52E-14ADE0FEAEFB}"/>
              </a:ext>
            </a:extLst>
          </p:cNvPr>
          <p:cNvGrpSpPr/>
          <p:nvPr/>
        </p:nvGrpSpPr>
        <p:grpSpPr>
          <a:xfrm>
            <a:off x="3698291" y="3827762"/>
            <a:ext cx="602114" cy="1441515"/>
            <a:chOff x="3698291" y="4144505"/>
            <a:chExt cx="602114" cy="1441515"/>
          </a:xfrm>
        </p:grpSpPr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A584FF24-2527-B230-52DC-B57668AB17F5}"/>
                </a:ext>
              </a:extLst>
            </p:cNvPr>
            <p:cNvGrpSpPr/>
            <p:nvPr/>
          </p:nvGrpSpPr>
          <p:grpSpPr>
            <a:xfrm>
              <a:off x="3698291" y="4144505"/>
              <a:ext cx="602114" cy="246221"/>
              <a:chOff x="6490447" y="1405677"/>
              <a:chExt cx="602114" cy="246221"/>
            </a:xfrm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349DA110-E74F-DA16-E280-C6CBC75B799A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73B3B4D9-F29A-232A-6B1E-8D7ABDF61E9B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473</a:t>
                </a:r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42E04610-05BA-A48E-4F98-92586E114456}"/>
                </a:ext>
              </a:extLst>
            </p:cNvPr>
            <p:cNvGrpSpPr/>
            <p:nvPr/>
          </p:nvGrpSpPr>
          <p:grpSpPr>
            <a:xfrm>
              <a:off x="3698291" y="5339799"/>
              <a:ext cx="602114" cy="246221"/>
              <a:chOff x="6490447" y="1405677"/>
              <a:chExt cx="602114" cy="246221"/>
            </a:xfrm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0E2E4AC7-587D-4051-591B-C771677E0F1B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DB1F9152-B372-1D4D-8CBF-10940DC6915E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538</a:t>
                </a:r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7DB1FD8E-9152-000B-D12D-3E2AE1FD48DF}"/>
                </a:ext>
              </a:extLst>
            </p:cNvPr>
            <p:cNvGrpSpPr/>
            <p:nvPr/>
          </p:nvGrpSpPr>
          <p:grpSpPr>
            <a:xfrm>
              <a:off x="3698291" y="4443328"/>
              <a:ext cx="602114" cy="246221"/>
              <a:chOff x="6490447" y="1405677"/>
              <a:chExt cx="602114" cy="246221"/>
            </a:xfrm>
          </p:grpSpPr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67F18A90-8227-6832-458D-443CADADC07C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08474F7F-9CAD-83A6-CEF7-26925385B071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488</a:t>
                </a:r>
              </a:p>
            </p:txBody>
          </p:sp>
        </p:grp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0B7A6D59-EBE7-661F-FB96-A47C7F329F26}"/>
                </a:ext>
              </a:extLst>
            </p:cNvPr>
            <p:cNvGrpSpPr/>
            <p:nvPr/>
          </p:nvGrpSpPr>
          <p:grpSpPr>
            <a:xfrm>
              <a:off x="3698291" y="5040974"/>
              <a:ext cx="602114" cy="246221"/>
              <a:chOff x="6490447" y="1405677"/>
              <a:chExt cx="602114" cy="246221"/>
            </a:xfrm>
          </p:grpSpPr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0F137AD6-79F4-20E6-2D1D-38CB3454FF18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368522A7-D96C-14E5-79A9-31F932D6BAAD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514</a:t>
                </a:r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799F0B89-E37E-BF19-530A-CE4DF3B72824}"/>
                </a:ext>
              </a:extLst>
            </p:cNvPr>
            <p:cNvGrpSpPr/>
            <p:nvPr/>
          </p:nvGrpSpPr>
          <p:grpSpPr>
            <a:xfrm>
              <a:off x="3698291" y="4742151"/>
              <a:ext cx="602114" cy="246221"/>
              <a:chOff x="6490447" y="1405677"/>
              <a:chExt cx="602114" cy="246221"/>
            </a:xfrm>
          </p:grpSpPr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143E65FC-37EF-9717-2A9E-885B846308CB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B2550693-8813-BC27-3ABB-183CEC860E89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511</a:t>
                </a:r>
              </a:p>
            </p:txBody>
          </p:sp>
        </p:grp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602B8FC5-56C8-B913-9659-8E926F0A7B87}"/>
              </a:ext>
            </a:extLst>
          </p:cNvPr>
          <p:cNvGrpSpPr/>
          <p:nvPr/>
        </p:nvGrpSpPr>
        <p:grpSpPr>
          <a:xfrm>
            <a:off x="1197538" y="2059711"/>
            <a:ext cx="602114" cy="246221"/>
            <a:chOff x="6490447" y="1405677"/>
            <a:chExt cx="602114" cy="246221"/>
          </a:xfrm>
        </p:grpSpPr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8F3C8967-576B-9784-9BAC-A11684811213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20F9089E-407C-368D-5CB6-1A5C5029F952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16</a:t>
              </a: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DEF6A21C-D72F-169D-7162-097AFDA1E6B0}"/>
              </a:ext>
            </a:extLst>
          </p:cNvPr>
          <p:cNvGrpSpPr/>
          <p:nvPr/>
        </p:nvGrpSpPr>
        <p:grpSpPr>
          <a:xfrm>
            <a:off x="1197538" y="3255005"/>
            <a:ext cx="602114" cy="246221"/>
            <a:chOff x="6490447" y="1405677"/>
            <a:chExt cx="602114" cy="246221"/>
          </a:xfrm>
        </p:grpSpPr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1FAB5C83-91DB-EA4F-CFA3-A11CA4CD98CA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9CF07373-24C6-48D2-0DCE-9273AB069D8F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96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5CF9E1A2-2E6B-B3AB-C07B-19DE4D75E074}"/>
              </a:ext>
            </a:extLst>
          </p:cNvPr>
          <p:cNvGrpSpPr/>
          <p:nvPr/>
        </p:nvGrpSpPr>
        <p:grpSpPr>
          <a:xfrm>
            <a:off x="1197538" y="2358534"/>
            <a:ext cx="602114" cy="246221"/>
            <a:chOff x="6490447" y="1405677"/>
            <a:chExt cx="602114" cy="246221"/>
          </a:xfrm>
        </p:grpSpPr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08CD453A-2B33-2359-138B-CF75D7FF67A4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52D485F1-A190-A5CF-1311-5AC70608B698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37</a:t>
              </a: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DDE23BA7-A939-494E-6E11-C30AA510241A}"/>
              </a:ext>
            </a:extLst>
          </p:cNvPr>
          <p:cNvGrpSpPr/>
          <p:nvPr/>
        </p:nvGrpSpPr>
        <p:grpSpPr>
          <a:xfrm>
            <a:off x="1197538" y="2956180"/>
            <a:ext cx="602114" cy="246221"/>
            <a:chOff x="6490447" y="1405677"/>
            <a:chExt cx="602114" cy="246221"/>
          </a:xfrm>
        </p:grpSpPr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F97BC4BF-1770-5FF7-DC9C-6533B0506463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8F97A987-F358-66D4-38BD-4B2C64CF6DDB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86</a:t>
              </a:r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C6D6AB12-D6F5-BB8F-D15D-C1EB9623E8FD}"/>
              </a:ext>
            </a:extLst>
          </p:cNvPr>
          <p:cNvGrpSpPr/>
          <p:nvPr/>
        </p:nvGrpSpPr>
        <p:grpSpPr>
          <a:xfrm>
            <a:off x="1197538" y="2657357"/>
            <a:ext cx="602114" cy="246221"/>
            <a:chOff x="6490447" y="1405677"/>
            <a:chExt cx="602114" cy="246221"/>
          </a:xfrm>
        </p:grpSpPr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4D55510D-5B86-A542-C710-8346F94E7A7F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76C18FDF-84A9-F7EE-5B24-0769138BE489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39</a:t>
              </a: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9223BA56-797C-CD6C-3B99-2E8A2E3E2B97}"/>
              </a:ext>
            </a:extLst>
          </p:cNvPr>
          <p:cNvGrpSpPr/>
          <p:nvPr/>
        </p:nvGrpSpPr>
        <p:grpSpPr>
          <a:xfrm>
            <a:off x="1822726" y="2059711"/>
            <a:ext cx="602114" cy="246221"/>
            <a:chOff x="6490447" y="1405677"/>
            <a:chExt cx="602114" cy="246221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D5903355-CA13-C436-A4B0-2061BDDC8B61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B3D4F702-7519-8727-8E9A-A49B3673B913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128</a:t>
              </a: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270FFB23-2C93-8954-A35C-63F93CE0E5F5}"/>
              </a:ext>
            </a:extLst>
          </p:cNvPr>
          <p:cNvGrpSpPr/>
          <p:nvPr/>
        </p:nvGrpSpPr>
        <p:grpSpPr>
          <a:xfrm>
            <a:off x="1822726" y="3255005"/>
            <a:ext cx="602114" cy="246221"/>
            <a:chOff x="6490447" y="1405677"/>
            <a:chExt cx="602114" cy="246221"/>
          </a:xfrm>
        </p:grpSpPr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CBC37388-D965-1695-F4C5-C6124923A050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0B7D4201-96E0-0C6F-B9ED-42C89B9EC970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332</a:t>
              </a: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568F08B3-2858-BCB0-3FA6-E54A26209546}"/>
              </a:ext>
            </a:extLst>
          </p:cNvPr>
          <p:cNvGrpSpPr/>
          <p:nvPr/>
        </p:nvGrpSpPr>
        <p:grpSpPr>
          <a:xfrm>
            <a:off x="1822726" y="2358534"/>
            <a:ext cx="602114" cy="246221"/>
            <a:chOff x="6490447" y="1405677"/>
            <a:chExt cx="602114" cy="246221"/>
          </a:xfrm>
        </p:grpSpPr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08498DCC-0375-4CCB-DD1D-6DAF62F2CA90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8C2BC1C8-BFC8-FC0B-5038-7382CAA0D2C9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196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213374AC-0013-A51F-FB39-DC335B4A8DDF}"/>
              </a:ext>
            </a:extLst>
          </p:cNvPr>
          <p:cNvGrpSpPr/>
          <p:nvPr/>
        </p:nvGrpSpPr>
        <p:grpSpPr>
          <a:xfrm>
            <a:off x="1822726" y="2956180"/>
            <a:ext cx="602114" cy="246221"/>
            <a:chOff x="6490447" y="1405677"/>
            <a:chExt cx="602114" cy="246221"/>
          </a:xfrm>
        </p:grpSpPr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A049FA32-1EB1-907E-7F15-39BD57687354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88DA10C7-A091-D6E2-0CDE-E7DB1BF3540A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304</a:t>
              </a:r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6630E4B-336C-101A-7565-99C6B40683F2}"/>
              </a:ext>
            </a:extLst>
          </p:cNvPr>
          <p:cNvGrpSpPr/>
          <p:nvPr/>
        </p:nvGrpSpPr>
        <p:grpSpPr>
          <a:xfrm>
            <a:off x="1822726" y="2657357"/>
            <a:ext cx="602114" cy="246221"/>
            <a:chOff x="6490447" y="1405677"/>
            <a:chExt cx="602114" cy="246221"/>
          </a:xfrm>
        </p:grpSpPr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E7EBA113-A638-397A-E054-0B8AB3B0D1D3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486E1569-3469-C8CA-C462-4E3CB000F760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256</a:t>
              </a:r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8E16861E-26E7-A88B-8022-0C8C65D0C18A}"/>
              </a:ext>
            </a:extLst>
          </p:cNvPr>
          <p:cNvGrpSpPr/>
          <p:nvPr/>
        </p:nvGrpSpPr>
        <p:grpSpPr>
          <a:xfrm>
            <a:off x="2447914" y="2059711"/>
            <a:ext cx="602114" cy="246221"/>
            <a:chOff x="6490447" y="1405677"/>
            <a:chExt cx="602114" cy="246221"/>
          </a:xfrm>
        </p:grpSpPr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9D00B49D-B2C8-5968-4F98-6C7C67E71FFE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87D18D76-E8C8-DF68-4B8C-AAA486362516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426</a:t>
              </a:r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1C6ECB27-A172-7072-F13D-A5DDE8B41714}"/>
              </a:ext>
            </a:extLst>
          </p:cNvPr>
          <p:cNvGrpSpPr/>
          <p:nvPr/>
        </p:nvGrpSpPr>
        <p:grpSpPr>
          <a:xfrm>
            <a:off x="2447914" y="3255005"/>
            <a:ext cx="602114" cy="246221"/>
            <a:chOff x="6490447" y="1405677"/>
            <a:chExt cx="602114" cy="246221"/>
          </a:xfrm>
        </p:grpSpPr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07C01AFD-F0EC-8E2A-129E-F30DFA1C54F3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4C134B9-BF0F-CA60-F6EB-FF8E8E6C2352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561</a:t>
              </a: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F5A707EF-1AEF-BE81-4020-D8133B892FE4}"/>
              </a:ext>
            </a:extLst>
          </p:cNvPr>
          <p:cNvGrpSpPr/>
          <p:nvPr/>
        </p:nvGrpSpPr>
        <p:grpSpPr>
          <a:xfrm>
            <a:off x="2447914" y="2358534"/>
            <a:ext cx="602114" cy="246221"/>
            <a:chOff x="6490447" y="1405677"/>
            <a:chExt cx="602114" cy="246221"/>
          </a:xfrm>
        </p:grpSpPr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86EC472C-557E-62F6-5242-D24AE49340DB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C3F52B4D-D93C-F63A-E641-EEE6EB59BBF7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438</a:t>
              </a:r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332D5E8A-4A27-2B53-CF3F-50BE8DBE7C23}"/>
              </a:ext>
            </a:extLst>
          </p:cNvPr>
          <p:cNvGrpSpPr/>
          <p:nvPr/>
        </p:nvGrpSpPr>
        <p:grpSpPr>
          <a:xfrm>
            <a:off x="2447914" y="2956180"/>
            <a:ext cx="602114" cy="246221"/>
            <a:chOff x="6490447" y="1405677"/>
            <a:chExt cx="602114" cy="246221"/>
          </a:xfrm>
        </p:grpSpPr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170385E5-6586-B740-E971-CACA3958C13E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26D91603-CF04-FE45-A863-BE507CDAE0E8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530</a:t>
              </a: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767000A2-95F0-4195-0BB5-2C8A47C9E190}"/>
              </a:ext>
            </a:extLst>
          </p:cNvPr>
          <p:cNvGrpSpPr/>
          <p:nvPr/>
        </p:nvGrpSpPr>
        <p:grpSpPr>
          <a:xfrm>
            <a:off x="2447914" y="2657357"/>
            <a:ext cx="602114" cy="246221"/>
            <a:chOff x="6490447" y="1405677"/>
            <a:chExt cx="602114" cy="246221"/>
          </a:xfrm>
        </p:grpSpPr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D0A0F7A0-D871-0C2D-5B07-D89E717BCAD4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E9D67924-330B-3E4D-A5E5-412A458A4E33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456</a:t>
              </a: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C5FAB561-C1AF-0242-81C6-660B36BCD826}"/>
              </a:ext>
            </a:extLst>
          </p:cNvPr>
          <p:cNvGrpSpPr/>
          <p:nvPr/>
        </p:nvGrpSpPr>
        <p:grpSpPr>
          <a:xfrm>
            <a:off x="3073102" y="2059711"/>
            <a:ext cx="602114" cy="246221"/>
            <a:chOff x="6490447" y="1405677"/>
            <a:chExt cx="602114" cy="246221"/>
          </a:xfrm>
        </p:grpSpPr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F02CDC85-20F3-9A81-DA66-750C4C195737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F0395F02-18D5-CFE1-D7A1-C761413F01A0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571</a:t>
              </a:r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3FE2F5DA-8E32-02C6-7332-C8B43FE272AE}"/>
              </a:ext>
            </a:extLst>
          </p:cNvPr>
          <p:cNvGrpSpPr/>
          <p:nvPr/>
        </p:nvGrpSpPr>
        <p:grpSpPr>
          <a:xfrm>
            <a:off x="3073102" y="3255005"/>
            <a:ext cx="602114" cy="246221"/>
            <a:chOff x="6490447" y="1405677"/>
            <a:chExt cx="602114" cy="246221"/>
          </a:xfrm>
        </p:grpSpPr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EF909568-9481-F863-225E-9BBDB2302921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BB441AB6-DD6F-748C-3FA3-C5AA8AFFEAE4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699</a:t>
              </a:r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98ED6E3B-C17D-A8BD-23EC-DB474DCB9155}"/>
              </a:ext>
            </a:extLst>
          </p:cNvPr>
          <p:cNvGrpSpPr/>
          <p:nvPr/>
        </p:nvGrpSpPr>
        <p:grpSpPr>
          <a:xfrm>
            <a:off x="3073102" y="2358534"/>
            <a:ext cx="602114" cy="246221"/>
            <a:chOff x="6490447" y="1405677"/>
            <a:chExt cx="602114" cy="246221"/>
          </a:xfrm>
        </p:grpSpPr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E05F1DAC-7DD4-B811-54E0-A88804A1D8BB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1C1109BD-FE7A-5BF7-E2B9-3BE29975262C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580</a:t>
              </a:r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98BDBA56-4E81-E0F8-866D-C24427B750F0}"/>
              </a:ext>
            </a:extLst>
          </p:cNvPr>
          <p:cNvGrpSpPr/>
          <p:nvPr/>
        </p:nvGrpSpPr>
        <p:grpSpPr>
          <a:xfrm>
            <a:off x="3073102" y="2956180"/>
            <a:ext cx="602114" cy="246221"/>
            <a:chOff x="6490447" y="1405677"/>
            <a:chExt cx="602114" cy="246221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7C77A050-8542-A416-BBA9-31E77767BD91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E78B9FFA-5331-9BBA-4460-7D8014F6AB63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691</a:t>
              </a:r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CB8F0EAF-5069-1ABB-19AD-EEA9550E9845}"/>
              </a:ext>
            </a:extLst>
          </p:cNvPr>
          <p:cNvGrpSpPr/>
          <p:nvPr/>
        </p:nvGrpSpPr>
        <p:grpSpPr>
          <a:xfrm>
            <a:off x="3073102" y="2657357"/>
            <a:ext cx="602114" cy="246221"/>
            <a:chOff x="6490447" y="1405677"/>
            <a:chExt cx="602114" cy="246221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F53CCB84-0BA0-871D-66B3-203792644BF5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F84C9B5D-3C37-0105-7F90-C7075C2BAAE1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644</a:t>
              </a:r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01F31B9-DC04-5F52-ED7F-956BB6A4CA70}"/>
              </a:ext>
            </a:extLst>
          </p:cNvPr>
          <p:cNvGrpSpPr/>
          <p:nvPr/>
        </p:nvGrpSpPr>
        <p:grpSpPr>
          <a:xfrm>
            <a:off x="3698291" y="2059711"/>
            <a:ext cx="602114" cy="246221"/>
            <a:chOff x="6490447" y="1405677"/>
            <a:chExt cx="602114" cy="246221"/>
          </a:xfrm>
        </p:grpSpPr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CCDF2389-51FC-9DF7-73C7-0EAC7218323A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F60327A2-D799-F438-9C2D-15F4983B5B2E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702</a:t>
              </a:r>
            </a:p>
          </p:txBody>
        </p: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F9756FF-322B-01BD-1D32-8BBEAC5EE691}"/>
              </a:ext>
            </a:extLst>
          </p:cNvPr>
          <p:cNvGrpSpPr/>
          <p:nvPr/>
        </p:nvGrpSpPr>
        <p:grpSpPr>
          <a:xfrm>
            <a:off x="3698291" y="3255005"/>
            <a:ext cx="602114" cy="246221"/>
            <a:chOff x="6490447" y="1405677"/>
            <a:chExt cx="602114" cy="246221"/>
          </a:xfrm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28C2D7AB-7809-2A78-260C-DE4FA138FDD0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3D7C829D-82C8-641D-3C32-0627F81F3627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886</a:t>
              </a: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50856ECF-733A-926D-D440-65AC0F18D9DA}"/>
              </a:ext>
            </a:extLst>
          </p:cNvPr>
          <p:cNvGrpSpPr/>
          <p:nvPr/>
        </p:nvGrpSpPr>
        <p:grpSpPr>
          <a:xfrm>
            <a:off x="3698291" y="2358534"/>
            <a:ext cx="602114" cy="246221"/>
            <a:chOff x="6490447" y="1405677"/>
            <a:chExt cx="602114" cy="246221"/>
          </a:xfrm>
        </p:grpSpPr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46C6FB48-7C5E-647B-FD6F-D2AB9ED526A7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123FE1C6-BAA1-D6F9-00BC-0C9A27B5C249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753</a:t>
              </a:r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3B5EACCB-E6A9-789F-C5B0-7360595EAC22}"/>
              </a:ext>
            </a:extLst>
          </p:cNvPr>
          <p:cNvGrpSpPr/>
          <p:nvPr/>
        </p:nvGrpSpPr>
        <p:grpSpPr>
          <a:xfrm>
            <a:off x="3698291" y="2956180"/>
            <a:ext cx="602114" cy="246221"/>
            <a:chOff x="6490447" y="1405677"/>
            <a:chExt cx="602114" cy="246221"/>
          </a:xfrm>
        </p:grpSpPr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E455366C-3325-BFAE-1D83-0A591AB76CCE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E2D17ACF-0E34-A461-B91C-6A7D21B3076C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860</a:t>
              </a:r>
            </a:p>
          </p:txBody>
        </p: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1CF989D1-C0AC-ABC8-4167-B73B37F8D0B8}"/>
              </a:ext>
            </a:extLst>
          </p:cNvPr>
          <p:cNvGrpSpPr/>
          <p:nvPr/>
        </p:nvGrpSpPr>
        <p:grpSpPr>
          <a:xfrm>
            <a:off x="3698291" y="2657357"/>
            <a:ext cx="602114" cy="246221"/>
            <a:chOff x="6490447" y="1405677"/>
            <a:chExt cx="602114" cy="246221"/>
          </a:xfrm>
        </p:grpSpPr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585ADE77-CD45-B59C-A459-B6F8BE622605}"/>
                </a:ext>
              </a:extLst>
            </p:cNvPr>
            <p:cNvSpPr/>
            <p:nvPr/>
          </p:nvSpPr>
          <p:spPr>
            <a:xfrm>
              <a:off x="6490447" y="1476188"/>
              <a:ext cx="95624" cy="8964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1A1C3E82-46E4-D480-48C9-A663A27C2624}"/>
                </a:ext>
              </a:extLst>
            </p:cNvPr>
            <p:cNvSpPr txBox="1"/>
            <p:nvPr/>
          </p:nvSpPr>
          <p:spPr>
            <a:xfrm>
              <a:off x="6549810" y="1405677"/>
              <a:ext cx="542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796</a:t>
              </a:r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68140313-D53E-99D0-93C5-BF5FF569377E}"/>
              </a:ext>
            </a:extLst>
          </p:cNvPr>
          <p:cNvGrpSpPr/>
          <p:nvPr/>
        </p:nvGrpSpPr>
        <p:grpSpPr>
          <a:xfrm>
            <a:off x="4991081" y="3827762"/>
            <a:ext cx="602114" cy="1441515"/>
            <a:chOff x="1197538" y="4144505"/>
            <a:chExt cx="602114" cy="1441515"/>
          </a:xfrm>
        </p:grpSpPr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D8F7800F-4D0B-C093-ACDB-8089B8432D7B}"/>
                </a:ext>
              </a:extLst>
            </p:cNvPr>
            <p:cNvGrpSpPr/>
            <p:nvPr/>
          </p:nvGrpSpPr>
          <p:grpSpPr>
            <a:xfrm>
              <a:off x="1197538" y="4144505"/>
              <a:ext cx="602114" cy="246221"/>
              <a:chOff x="6490447" y="1405677"/>
              <a:chExt cx="602114" cy="246221"/>
            </a:xfrm>
          </p:grpSpPr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57F08CEE-A1EF-6C17-4F15-3AE4B2EE7B39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94896840-5B8B-A644-0B77-B818EC19C15B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9</a:t>
                </a:r>
              </a:p>
            </p:txBody>
          </p:sp>
        </p:grp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A2B1BE69-D52F-D277-E79D-5F92A202ADB0}"/>
                </a:ext>
              </a:extLst>
            </p:cNvPr>
            <p:cNvGrpSpPr/>
            <p:nvPr/>
          </p:nvGrpSpPr>
          <p:grpSpPr>
            <a:xfrm>
              <a:off x="1197538" y="5339799"/>
              <a:ext cx="602114" cy="246221"/>
              <a:chOff x="6490447" y="1405677"/>
              <a:chExt cx="602114" cy="246221"/>
            </a:xfrm>
          </p:grpSpPr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3A05EB9C-1F7F-56C1-24E3-FA8DBE2AB9D2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7D153714-60D1-BBF8-89A4-28E3F1667C0F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127</a:t>
                </a:r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AFA5E26E-9E1B-4E67-3AB7-34CE46F07D9C}"/>
                </a:ext>
              </a:extLst>
            </p:cNvPr>
            <p:cNvGrpSpPr/>
            <p:nvPr/>
          </p:nvGrpSpPr>
          <p:grpSpPr>
            <a:xfrm>
              <a:off x="1197538" y="4443328"/>
              <a:ext cx="602114" cy="246221"/>
              <a:chOff x="6490447" y="1405677"/>
              <a:chExt cx="602114" cy="246221"/>
            </a:xfrm>
          </p:grpSpPr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1F67F70B-A9CC-5DB1-C61D-DD1CDA38497C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89E318E5-5680-509A-E435-812589AB7EE6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57</a:t>
                </a:r>
              </a:p>
            </p:txBody>
          </p:sp>
        </p:grp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782E4DF4-8AE3-31C4-C26E-4F8B3E3642F6}"/>
                </a:ext>
              </a:extLst>
            </p:cNvPr>
            <p:cNvGrpSpPr/>
            <p:nvPr/>
          </p:nvGrpSpPr>
          <p:grpSpPr>
            <a:xfrm>
              <a:off x="1197538" y="5040974"/>
              <a:ext cx="602114" cy="246221"/>
              <a:chOff x="6490447" y="1405677"/>
              <a:chExt cx="602114" cy="246221"/>
            </a:xfrm>
          </p:grpSpPr>
          <p:sp>
            <p:nvSpPr>
              <p:cNvPr id="304" name="Oval 303">
                <a:extLst>
                  <a:ext uri="{FF2B5EF4-FFF2-40B4-BE49-F238E27FC236}">
                    <a16:creationId xmlns:a16="http://schemas.microsoft.com/office/drawing/2014/main" id="{AF14896E-BCA0-28B8-D6B0-645A907C4D60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B50117EA-203A-F2F9-51CE-437A2742D277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110</a:t>
                </a:r>
              </a:p>
            </p:txBody>
          </p:sp>
        </p:grp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E0AAFFDE-B219-1E99-8268-78A875230976}"/>
                </a:ext>
              </a:extLst>
            </p:cNvPr>
            <p:cNvGrpSpPr/>
            <p:nvPr/>
          </p:nvGrpSpPr>
          <p:grpSpPr>
            <a:xfrm>
              <a:off x="1197538" y="4742151"/>
              <a:ext cx="602114" cy="246221"/>
              <a:chOff x="6490447" y="1405677"/>
              <a:chExt cx="602114" cy="246221"/>
            </a:xfrm>
          </p:grpSpPr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4E59AE5C-64B9-2E70-90F8-D9A17B236E2C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BF70E11F-6AB1-513F-C530-E802B2E755A2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79</a:t>
                </a:r>
              </a:p>
            </p:txBody>
          </p:sp>
        </p:grp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12D49C77-00D7-91E8-3398-BBF947A872AF}"/>
              </a:ext>
            </a:extLst>
          </p:cNvPr>
          <p:cNvGrpSpPr/>
          <p:nvPr/>
        </p:nvGrpSpPr>
        <p:grpSpPr>
          <a:xfrm>
            <a:off x="5616269" y="3827762"/>
            <a:ext cx="602114" cy="1441515"/>
            <a:chOff x="1784276" y="4144505"/>
            <a:chExt cx="602114" cy="1441515"/>
          </a:xfrm>
        </p:grpSpPr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C40D7542-31AC-B071-C389-F208E9D9F3B6}"/>
                </a:ext>
              </a:extLst>
            </p:cNvPr>
            <p:cNvGrpSpPr/>
            <p:nvPr/>
          </p:nvGrpSpPr>
          <p:grpSpPr>
            <a:xfrm>
              <a:off x="1784276" y="4144505"/>
              <a:ext cx="602114" cy="246221"/>
              <a:chOff x="6490447" y="1405677"/>
              <a:chExt cx="602114" cy="246221"/>
            </a:xfrm>
          </p:grpSpPr>
          <p:sp>
            <p:nvSpPr>
              <p:cNvPr id="326" name="Oval 325">
                <a:extLst>
                  <a:ext uri="{FF2B5EF4-FFF2-40B4-BE49-F238E27FC236}">
                    <a16:creationId xmlns:a16="http://schemas.microsoft.com/office/drawing/2014/main" id="{62857209-EC98-577A-E3D6-00BBA0A18315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A674C2D0-3BB3-3507-904A-AA86BBE7F192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262</a:t>
                </a:r>
              </a:p>
            </p:txBody>
          </p: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2BCB3E59-B844-A318-8927-1F4F5D7311F5}"/>
                </a:ext>
              </a:extLst>
            </p:cNvPr>
            <p:cNvGrpSpPr/>
            <p:nvPr/>
          </p:nvGrpSpPr>
          <p:grpSpPr>
            <a:xfrm>
              <a:off x="1784276" y="5339799"/>
              <a:ext cx="602114" cy="246221"/>
              <a:chOff x="6490447" y="1405677"/>
              <a:chExt cx="602114" cy="246221"/>
            </a:xfrm>
          </p:grpSpPr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F829046F-B4BA-D277-B5CA-4340C97333C7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118E4493-A348-7C7F-ADC0-6BB8E22E13F0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302</a:t>
                </a:r>
              </a:p>
            </p:txBody>
          </p:sp>
        </p:grp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BFE79AF-E60E-36C5-9599-81BF13E52028}"/>
                </a:ext>
              </a:extLst>
            </p:cNvPr>
            <p:cNvGrpSpPr/>
            <p:nvPr/>
          </p:nvGrpSpPr>
          <p:grpSpPr>
            <a:xfrm>
              <a:off x="1784276" y="4443328"/>
              <a:ext cx="602114" cy="246221"/>
              <a:chOff x="6490447" y="1405677"/>
              <a:chExt cx="602114" cy="246221"/>
            </a:xfrm>
          </p:grpSpPr>
          <p:sp>
            <p:nvSpPr>
              <p:cNvPr id="322" name="Oval 321">
                <a:extLst>
                  <a:ext uri="{FF2B5EF4-FFF2-40B4-BE49-F238E27FC236}">
                    <a16:creationId xmlns:a16="http://schemas.microsoft.com/office/drawing/2014/main" id="{17497A7F-A088-D856-4B61-00F456FA1B70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6975A4FA-9C79-113B-9801-8616077B1872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277</a:t>
                </a:r>
              </a:p>
            </p:txBody>
          </p: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F578AEEF-0110-46BE-C67B-8CCC3E1BDCA0}"/>
                </a:ext>
              </a:extLst>
            </p:cNvPr>
            <p:cNvGrpSpPr/>
            <p:nvPr/>
          </p:nvGrpSpPr>
          <p:grpSpPr>
            <a:xfrm>
              <a:off x="1784276" y="5040974"/>
              <a:ext cx="602114" cy="246221"/>
              <a:chOff x="6490447" y="1405677"/>
              <a:chExt cx="602114" cy="246221"/>
            </a:xfrm>
          </p:grpSpPr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0A1A8185-9ED5-8543-E410-2997D971C287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D43396D8-93D1-2038-BBB7-9DBFB6350173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299</a:t>
                </a:r>
              </a:p>
            </p:txBody>
          </p: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0DE5A4F5-CB95-C035-3764-6F75B80F8441}"/>
                </a:ext>
              </a:extLst>
            </p:cNvPr>
            <p:cNvGrpSpPr/>
            <p:nvPr/>
          </p:nvGrpSpPr>
          <p:grpSpPr>
            <a:xfrm>
              <a:off x="1784276" y="4742151"/>
              <a:ext cx="602114" cy="246221"/>
              <a:chOff x="6490447" y="1405677"/>
              <a:chExt cx="602114" cy="246221"/>
            </a:xfrm>
          </p:grpSpPr>
          <p:sp>
            <p:nvSpPr>
              <p:cNvPr id="318" name="Oval 317">
                <a:extLst>
                  <a:ext uri="{FF2B5EF4-FFF2-40B4-BE49-F238E27FC236}">
                    <a16:creationId xmlns:a16="http://schemas.microsoft.com/office/drawing/2014/main" id="{09915C29-FA6C-6595-5526-190C8D679AE3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256F9C27-D9D8-3411-8482-54085800D109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287</a:t>
                </a:r>
              </a:p>
            </p:txBody>
          </p:sp>
        </p:grp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A58A3146-FCC2-19C9-899B-48D28CCFC34B}"/>
              </a:ext>
            </a:extLst>
          </p:cNvPr>
          <p:cNvGrpSpPr/>
          <p:nvPr/>
        </p:nvGrpSpPr>
        <p:grpSpPr>
          <a:xfrm>
            <a:off x="6241457" y="3827762"/>
            <a:ext cx="602114" cy="1441515"/>
            <a:chOff x="2426448" y="4144505"/>
            <a:chExt cx="602114" cy="1441515"/>
          </a:xfrm>
        </p:grpSpPr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3C3FFEB0-04A2-D418-2C7E-C02BF3039B8C}"/>
                </a:ext>
              </a:extLst>
            </p:cNvPr>
            <p:cNvGrpSpPr/>
            <p:nvPr/>
          </p:nvGrpSpPr>
          <p:grpSpPr>
            <a:xfrm>
              <a:off x="2426448" y="4144505"/>
              <a:ext cx="602114" cy="246221"/>
              <a:chOff x="6490447" y="1405677"/>
              <a:chExt cx="602114" cy="246221"/>
            </a:xfrm>
          </p:grpSpPr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0D7D97D8-C27C-866C-D3FF-1DC87D4C11C6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DAC0EC42-15E8-4AF8-10B0-8D7772F81575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322</a:t>
                </a:r>
              </a:p>
            </p:txBody>
          </p:sp>
        </p:grpSp>
        <p:grpSp>
          <p:nvGrpSpPr>
            <p:cNvPr id="330" name="Group 329">
              <a:extLst>
                <a:ext uri="{FF2B5EF4-FFF2-40B4-BE49-F238E27FC236}">
                  <a16:creationId xmlns:a16="http://schemas.microsoft.com/office/drawing/2014/main" id="{9FBE73CF-431B-9D4D-2E3E-34CF14EC6DFF}"/>
                </a:ext>
              </a:extLst>
            </p:cNvPr>
            <p:cNvGrpSpPr/>
            <p:nvPr/>
          </p:nvGrpSpPr>
          <p:grpSpPr>
            <a:xfrm>
              <a:off x="2426448" y="5339799"/>
              <a:ext cx="602114" cy="246221"/>
              <a:chOff x="6490447" y="1405677"/>
              <a:chExt cx="602114" cy="246221"/>
            </a:xfrm>
          </p:grpSpPr>
          <p:sp>
            <p:nvSpPr>
              <p:cNvPr id="340" name="Oval 339">
                <a:extLst>
                  <a:ext uri="{FF2B5EF4-FFF2-40B4-BE49-F238E27FC236}">
                    <a16:creationId xmlns:a16="http://schemas.microsoft.com/office/drawing/2014/main" id="{33D47C51-B6F2-A538-F854-BFADDC36A6D2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4FC911B3-E13B-3EAD-4737-A16E899D51FD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356</a:t>
                </a:r>
              </a:p>
            </p:txBody>
          </p:sp>
        </p:grpSp>
        <p:grpSp>
          <p:nvGrpSpPr>
            <p:cNvPr id="331" name="Group 330">
              <a:extLst>
                <a:ext uri="{FF2B5EF4-FFF2-40B4-BE49-F238E27FC236}">
                  <a16:creationId xmlns:a16="http://schemas.microsoft.com/office/drawing/2014/main" id="{BDB8B906-0267-813F-AE58-8D90DBB93F9F}"/>
                </a:ext>
              </a:extLst>
            </p:cNvPr>
            <p:cNvGrpSpPr/>
            <p:nvPr/>
          </p:nvGrpSpPr>
          <p:grpSpPr>
            <a:xfrm>
              <a:off x="2426448" y="4443328"/>
              <a:ext cx="602114" cy="246221"/>
              <a:chOff x="6490447" y="1405677"/>
              <a:chExt cx="602114" cy="246221"/>
            </a:xfrm>
          </p:grpSpPr>
          <p:sp>
            <p:nvSpPr>
              <p:cNvPr id="338" name="Oval 337">
                <a:extLst>
                  <a:ext uri="{FF2B5EF4-FFF2-40B4-BE49-F238E27FC236}">
                    <a16:creationId xmlns:a16="http://schemas.microsoft.com/office/drawing/2014/main" id="{B7454FAF-6EC5-167A-9E4B-AB8BDC7F9773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8639F9C4-9740-A25F-A9D0-7344B559A51A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339</a:t>
                </a:r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AA56AA13-BB39-5A7D-17BE-7C8A5A16B71C}"/>
                </a:ext>
              </a:extLst>
            </p:cNvPr>
            <p:cNvGrpSpPr/>
            <p:nvPr/>
          </p:nvGrpSpPr>
          <p:grpSpPr>
            <a:xfrm>
              <a:off x="2426448" y="5040974"/>
              <a:ext cx="602114" cy="246221"/>
              <a:chOff x="6490447" y="1405677"/>
              <a:chExt cx="602114" cy="246221"/>
            </a:xfrm>
          </p:grpSpPr>
          <p:sp>
            <p:nvSpPr>
              <p:cNvPr id="336" name="Oval 335">
                <a:extLst>
                  <a:ext uri="{FF2B5EF4-FFF2-40B4-BE49-F238E27FC236}">
                    <a16:creationId xmlns:a16="http://schemas.microsoft.com/office/drawing/2014/main" id="{D259A0C6-A0CF-8602-9355-08F469110E7D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A7BB071B-E84B-CD2C-4FE0-37B507A65B53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345</a:t>
                </a:r>
              </a:p>
            </p:txBody>
          </p:sp>
        </p:grpSp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F9D79EDA-4900-5AF5-442C-F4BF2F7D0A8C}"/>
                </a:ext>
              </a:extLst>
            </p:cNvPr>
            <p:cNvGrpSpPr/>
            <p:nvPr/>
          </p:nvGrpSpPr>
          <p:grpSpPr>
            <a:xfrm>
              <a:off x="2426448" y="4742151"/>
              <a:ext cx="602114" cy="246221"/>
              <a:chOff x="6490447" y="1405677"/>
              <a:chExt cx="602114" cy="246221"/>
            </a:xfrm>
          </p:grpSpPr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9D56CB4C-158B-DEB9-CB96-3E386A1FB179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66663128-B272-C664-0789-4B972A460983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344</a:t>
                </a:r>
              </a:p>
            </p:txBody>
          </p:sp>
        </p:grp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B5AE0CFB-D1D1-C288-B3A1-16D0D4B63B78}"/>
              </a:ext>
            </a:extLst>
          </p:cNvPr>
          <p:cNvGrpSpPr/>
          <p:nvPr/>
        </p:nvGrpSpPr>
        <p:grpSpPr>
          <a:xfrm>
            <a:off x="6866645" y="3827762"/>
            <a:ext cx="602114" cy="1441515"/>
            <a:chOff x="3063663" y="4144505"/>
            <a:chExt cx="602114" cy="1441515"/>
          </a:xfrm>
        </p:grpSpPr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55A04868-61EE-6F5E-7D82-17557F909E44}"/>
                </a:ext>
              </a:extLst>
            </p:cNvPr>
            <p:cNvGrpSpPr/>
            <p:nvPr/>
          </p:nvGrpSpPr>
          <p:grpSpPr>
            <a:xfrm>
              <a:off x="3063663" y="4144505"/>
              <a:ext cx="602114" cy="246221"/>
              <a:chOff x="6490447" y="1405677"/>
              <a:chExt cx="602114" cy="246221"/>
            </a:xfrm>
          </p:grpSpPr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E3C1C00C-96FA-8DD6-BDDD-2FFAD6FB862A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6AF2F6BC-DD17-6479-B9D3-A7014B15A119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357</a:t>
                </a:r>
              </a:p>
            </p:txBody>
          </p: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F0B9B2D2-7174-68E3-D129-BDA7F15257B3}"/>
                </a:ext>
              </a:extLst>
            </p:cNvPr>
            <p:cNvGrpSpPr/>
            <p:nvPr/>
          </p:nvGrpSpPr>
          <p:grpSpPr>
            <a:xfrm>
              <a:off x="3063663" y="5339799"/>
              <a:ext cx="602114" cy="246221"/>
              <a:chOff x="6490447" y="1405677"/>
              <a:chExt cx="602114" cy="246221"/>
            </a:xfrm>
          </p:grpSpPr>
          <p:sp>
            <p:nvSpPr>
              <p:cNvPr id="356" name="Oval 355">
                <a:extLst>
                  <a:ext uri="{FF2B5EF4-FFF2-40B4-BE49-F238E27FC236}">
                    <a16:creationId xmlns:a16="http://schemas.microsoft.com/office/drawing/2014/main" id="{D0C51FA8-93F1-43C1-7372-5D4F7C5CC96F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17B476BB-3852-6F1D-685D-0D147DA11F9B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393</a:t>
                </a:r>
              </a:p>
            </p:txBody>
          </p:sp>
        </p:grpSp>
        <p:grpSp>
          <p:nvGrpSpPr>
            <p:cNvPr id="347" name="Group 346">
              <a:extLst>
                <a:ext uri="{FF2B5EF4-FFF2-40B4-BE49-F238E27FC236}">
                  <a16:creationId xmlns:a16="http://schemas.microsoft.com/office/drawing/2014/main" id="{B92BF210-47CA-0BCC-7035-F3689CE9A318}"/>
                </a:ext>
              </a:extLst>
            </p:cNvPr>
            <p:cNvGrpSpPr/>
            <p:nvPr/>
          </p:nvGrpSpPr>
          <p:grpSpPr>
            <a:xfrm>
              <a:off x="3063663" y="4443328"/>
              <a:ext cx="602114" cy="246221"/>
              <a:chOff x="6490447" y="1405677"/>
              <a:chExt cx="602114" cy="246221"/>
            </a:xfrm>
          </p:grpSpPr>
          <p:sp>
            <p:nvSpPr>
              <p:cNvPr id="354" name="Oval 353">
                <a:extLst>
                  <a:ext uri="{FF2B5EF4-FFF2-40B4-BE49-F238E27FC236}">
                    <a16:creationId xmlns:a16="http://schemas.microsoft.com/office/drawing/2014/main" id="{492CE724-A3FA-68E4-25C5-3D3C21A423B8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B42E0BB3-C0AA-7B4E-DC04-8527CB3978BB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359</a:t>
                </a:r>
              </a:p>
            </p:txBody>
          </p: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5205ECE1-8A58-E1BE-53DA-B357BD185ED0}"/>
                </a:ext>
              </a:extLst>
            </p:cNvPr>
            <p:cNvGrpSpPr/>
            <p:nvPr/>
          </p:nvGrpSpPr>
          <p:grpSpPr>
            <a:xfrm>
              <a:off x="3063663" y="5040974"/>
              <a:ext cx="602114" cy="246221"/>
              <a:chOff x="6490447" y="1405677"/>
              <a:chExt cx="602114" cy="246221"/>
            </a:xfrm>
          </p:grpSpPr>
          <p:sp>
            <p:nvSpPr>
              <p:cNvPr id="352" name="Oval 351">
                <a:extLst>
                  <a:ext uri="{FF2B5EF4-FFF2-40B4-BE49-F238E27FC236}">
                    <a16:creationId xmlns:a16="http://schemas.microsoft.com/office/drawing/2014/main" id="{8BA13348-1623-7999-0866-38642B12ACCD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A41CF0A9-C724-63FB-6EBF-E51A0882B231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392</a:t>
                </a:r>
              </a:p>
            </p:txBody>
          </p:sp>
        </p:grp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293FAADB-187B-9F18-B5EB-D30FD5F1E7D2}"/>
                </a:ext>
              </a:extLst>
            </p:cNvPr>
            <p:cNvGrpSpPr/>
            <p:nvPr/>
          </p:nvGrpSpPr>
          <p:grpSpPr>
            <a:xfrm>
              <a:off x="3063663" y="4742151"/>
              <a:ext cx="602114" cy="246221"/>
              <a:chOff x="6490447" y="1405677"/>
              <a:chExt cx="602114" cy="246221"/>
            </a:xfrm>
          </p:grpSpPr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C63F012F-E01D-7471-7DC6-9F24D254957A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DF84ADB3-8AF9-E078-536F-63C90641EEE6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372</a:t>
                </a:r>
              </a:p>
            </p:txBody>
          </p:sp>
        </p:grpSp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47077EF9-48B6-2C14-59BA-B9310DF16C27}"/>
              </a:ext>
            </a:extLst>
          </p:cNvPr>
          <p:cNvGrpSpPr/>
          <p:nvPr/>
        </p:nvGrpSpPr>
        <p:grpSpPr>
          <a:xfrm>
            <a:off x="7491834" y="3827762"/>
            <a:ext cx="602114" cy="1441515"/>
            <a:chOff x="3698291" y="4144505"/>
            <a:chExt cx="602114" cy="1441515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6D08679B-0F92-C2B2-4831-FC08873D22FD}"/>
                </a:ext>
              </a:extLst>
            </p:cNvPr>
            <p:cNvGrpSpPr/>
            <p:nvPr/>
          </p:nvGrpSpPr>
          <p:grpSpPr>
            <a:xfrm>
              <a:off x="3698291" y="4144505"/>
              <a:ext cx="602114" cy="246221"/>
              <a:chOff x="6490447" y="1405677"/>
              <a:chExt cx="602114" cy="246221"/>
            </a:xfrm>
          </p:grpSpPr>
          <p:sp>
            <p:nvSpPr>
              <p:cNvPr id="374" name="Oval 373">
                <a:extLst>
                  <a:ext uri="{FF2B5EF4-FFF2-40B4-BE49-F238E27FC236}">
                    <a16:creationId xmlns:a16="http://schemas.microsoft.com/office/drawing/2014/main" id="{B9800206-A260-9C95-AD58-03B27C804DE0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2D539419-FA4B-08C9-A5FB-BF913B7A49CC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396</a:t>
                </a:r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90A43CA6-2327-0C8F-28E4-832DDC297D85}"/>
                </a:ext>
              </a:extLst>
            </p:cNvPr>
            <p:cNvGrpSpPr/>
            <p:nvPr/>
          </p:nvGrpSpPr>
          <p:grpSpPr>
            <a:xfrm>
              <a:off x="3698291" y="5339799"/>
              <a:ext cx="602114" cy="246221"/>
              <a:chOff x="6490447" y="1405677"/>
              <a:chExt cx="602114" cy="246221"/>
            </a:xfrm>
          </p:grpSpPr>
          <p:sp>
            <p:nvSpPr>
              <p:cNvPr id="372" name="Oval 371">
                <a:extLst>
                  <a:ext uri="{FF2B5EF4-FFF2-40B4-BE49-F238E27FC236}">
                    <a16:creationId xmlns:a16="http://schemas.microsoft.com/office/drawing/2014/main" id="{1703E5D2-11F2-ABCC-AA1C-782BEBEB3EDE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FAC80BC4-1AD8-F7C8-1761-B27B31C8C233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469</a:t>
                </a:r>
              </a:p>
            </p:txBody>
          </p:sp>
        </p:grpSp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9866C5CF-7878-DFEA-75E7-9FB1BDA026D1}"/>
                </a:ext>
              </a:extLst>
            </p:cNvPr>
            <p:cNvGrpSpPr/>
            <p:nvPr/>
          </p:nvGrpSpPr>
          <p:grpSpPr>
            <a:xfrm>
              <a:off x="3698291" y="4443328"/>
              <a:ext cx="602114" cy="246221"/>
              <a:chOff x="6490447" y="1405677"/>
              <a:chExt cx="602114" cy="246221"/>
            </a:xfrm>
          </p:grpSpPr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4C85E3BB-60DE-7E28-421F-BDF82A676479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3A93CF3A-F474-A429-7747-87F42E79A6BE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406</a:t>
                </a:r>
              </a:p>
            </p:txBody>
          </p:sp>
        </p:grpSp>
        <p:grpSp>
          <p:nvGrpSpPr>
            <p:cNvPr id="364" name="Group 363">
              <a:extLst>
                <a:ext uri="{FF2B5EF4-FFF2-40B4-BE49-F238E27FC236}">
                  <a16:creationId xmlns:a16="http://schemas.microsoft.com/office/drawing/2014/main" id="{FB9D8447-A43D-7CD0-055A-AFA6BA65B08A}"/>
                </a:ext>
              </a:extLst>
            </p:cNvPr>
            <p:cNvGrpSpPr/>
            <p:nvPr/>
          </p:nvGrpSpPr>
          <p:grpSpPr>
            <a:xfrm>
              <a:off x="3698291" y="5040974"/>
              <a:ext cx="602114" cy="246221"/>
              <a:chOff x="6490447" y="1405677"/>
              <a:chExt cx="602114" cy="246221"/>
            </a:xfrm>
          </p:grpSpPr>
          <p:sp>
            <p:nvSpPr>
              <p:cNvPr id="368" name="Oval 367">
                <a:extLst>
                  <a:ext uri="{FF2B5EF4-FFF2-40B4-BE49-F238E27FC236}">
                    <a16:creationId xmlns:a16="http://schemas.microsoft.com/office/drawing/2014/main" id="{EF59C155-25B5-DD61-AC19-F03D52BFF28B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BEFEED88-5DFD-C313-6EA1-AEDE014B04E5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429</a:t>
                </a:r>
              </a:p>
            </p:txBody>
          </p:sp>
        </p:grpSp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FBD02AE8-8C3A-D24A-58A3-2A03DCCB5421}"/>
                </a:ext>
              </a:extLst>
            </p:cNvPr>
            <p:cNvGrpSpPr/>
            <p:nvPr/>
          </p:nvGrpSpPr>
          <p:grpSpPr>
            <a:xfrm>
              <a:off x="3698291" y="4742151"/>
              <a:ext cx="602114" cy="246221"/>
              <a:chOff x="6490447" y="1405677"/>
              <a:chExt cx="602114" cy="246221"/>
            </a:xfrm>
          </p:grpSpPr>
          <p:sp>
            <p:nvSpPr>
              <p:cNvPr id="366" name="Oval 365">
                <a:extLst>
                  <a:ext uri="{FF2B5EF4-FFF2-40B4-BE49-F238E27FC236}">
                    <a16:creationId xmlns:a16="http://schemas.microsoft.com/office/drawing/2014/main" id="{5CD53164-C304-7C9B-955F-E6DB819A23CA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BDE0D6D7-7AEA-7151-5C78-7D0BB8B383FB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414</a:t>
                </a:r>
              </a:p>
            </p:txBody>
          </p:sp>
        </p:grp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8B89601C-03FF-25BC-043E-588A9CBAAC83}"/>
              </a:ext>
            </a:extLst>
          </p:cNvPr>
          <p:cNvGrpSpPr/>
          <p:nvPr/>
        </p:nvGrpSpPr>
        <p:grpSpPr>
          <a:xfrm>
            <a:off x="4991081" y="2073264"/>
            <a:ext cx="602114" cy="1441515"/>
            <a:chOff x="1197538" y="4144505"/>
            <a:chExt cx="602114" cy="1441515"/>
          </a:xfrm>
        </p:grpSpPr>
        <p:grpSp>
          <p:nvGrpSpPr>
            <p:cNvPr id="377" name="Group 376">
              <a:extLst>
                <a:ext uri="{FF2B5EF4-FFF2-40B4-BE49-F238E27FC236}">
                  <a16:creationId xmlns:a16="http://schemas.microsoft.com/office/drawing/2014/main" id="{937EAD44-40E8-0F55-9ABD-6CF71574DF09}"/>
                </a:ext>
              </a:extLst>
            </p:cNvPr>
            <p:cNvGrpSpPr/>
            <p:nvPr/>
          </p:nvGrpSpPr>
          <p:grpSpPr>
            <a:xfrm>
              <a:off x="1197538" y="4144505"/>
              <a:ext cx="602114" cy="246221"/>
              <a:chOff x="6490447" y="1405677"/>
              <a:chExt cx="602114" cy="246221"/>
            </a:xfrm>
          </p:grpSpPr>
          <p:sp>
            <p:nvSpPr>
              <p:cNvPr id="390" name="Oval 389">
                <a:extLst>
                  <a:ext uri="{FF2B5EF4-FFF2-40B4-BE49-F238E27FC236}">
                    <a16:creationId xmlns:a16="http://schemas.microsoft.com/office/drawing/2014/main" id="{39B9AD25-4060-60A6-BADD-C596C6A4F8C1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1" name="TextBox 390">
                <a:extLst>
                  <a:ext uri="{FF2B5EF4-FFF2-40B4-BE49-F238E27FC236}">
                    <a16:creationId xmlns:a16="http://schemas.microsoft.com/office/drawing/2014/main" id="{CC486096-7F32-69B2-D484-1745B267FF78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12</a:t>
                </a:r>
              </a:p>
            </p:txBody>
          </p:sp>
        </p:grp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4BF3FC87-75AF-1C04-7DCB-CEDE832631CC}"/>
                </a:ext>
              </a:extLst>
            </p:cNvPr>
            <p:cNvGrpSpPr/>
            <p:nvPr/>
          </p:nvGrpSpPr>
          <p:grpSpPr>
            <a:xfrm>
              <a:off x="1197538" y="5339799"/>
              <a:ext cx="602114" cy="246221"/>
              <a:chOff x="6490447" y="1405677"/>
              <a:chExt cx="602114" cy="246221"/>
            </a:xfrm>
          </p:grpSpPr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0B799794-236D-A316-FF85-740CF42A32F3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46A91BF6-3E20-EA13-5EC0-F77A31F43251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61</a:t>
                </a:r>
              </a:p>
            </p:txBody>
          </p:sp>
        </p:grpSp>
        <p:grpSp>
          <p:nvGrpSpPr>
            <p:cNvPr id="379" name="Group 378">
              <a:extLst>
                <a:ext uri="{FF2B5EF4-FFF2-40B4-BE49-F238E27FC236}">
                  <a16:creationId xmlns:a16="http://schemas.microsoft.com/office/drawing/2014/main" id="{A67F7D66-99D8-B673-C3A8-30A124DFBE1E}"/>
                </a:ext>
              </a:extLst>
            </p:cNvPr>
            <p:cNvGrpSpPr/>
            <p:nvPr/>
          </p:nvGrpSpPr>
          <p:grpSpPr>
            <a:xfrm>
              <a:off x="1197538" y="4443328"/>
              <a:ext cx="602114" cy="246221"/>
              <a:chOff x="6490447" y="1405677"/>
              <a:chExt cx="602114" cy="246221"/>
            </a:xfrm>
          </p:grpSpPr>
          <p:sp>
            <p:nvSpPr>
              <p:cNvPr id="386" name="Oval 385">
                <a:extLst>
                  <a:ext uri="{FF2B5EF4-FFF2-40B4-BE49-F238E27FC236}">
                    <a16:creationId xmlns:a16="http://schemas.microsoft.com/office/drawing/2014/main" id="{231CE3FC-E4E9-3D67-98B8-E398012A846A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7" name="TextBox 386">
                <a:extLst>
                  <a:ext uri="{FF2B5EF4-FFF2-40B4-BE49-F238E27FC236}">
                    <a16:creationId xmlns:a16="http://schemas.microsoft.com/office/drawing/2014/main" id="{8D953667-96B4-EB31-5351-655D821677C8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17</a:t>
                </a:r>
              </a:p>
            </p:txBody>
          </p:sp>
        </p:grp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2A3A770F-62CA-9E7F-45F5-323F03EE1299}"/>
                </a:ext>
              </a:extLst>
            </p:cNvPr>
            <p:cNvGrpSpPr/>
            <p:nvPr/>
          </p:nvGrpSpPr>
          <p:grpSpPr>
            <a:xfrm>
              <a:off x="1197538" y="5040974"/>
              <a:ext cx="602114" cy="246221"/>
              <a:chOff x="6490447" y="1405677"/>
              <a:chExt cx="602114" cy="246221"/>
            </a:xfrm>
          </p:grpSpPr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9E30F849-EE16-CDFD-8EF5-7114B00E5953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AF7CF0ED-84E3-8A64-5009-2182559D2065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58</a:t>
                </a:r>
              </a:p>
            </p:txBody>
          </p:sp>
        </p:grp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85BFE2C0-63B0-79EE-E320-2E98F1D2F859}"/>
                </a:ext>
              </a:extLst>
            </p:cNvPr>
            <p:cNvGrpSpPr/>
            <p:nvPr/>
          </p:nvGrpSpPr>
          <p:grpSpPr>
            <a:xfrm>
              <a:off x="1197538" y="4742151"/>
              <a:ext cx="602114" cy="246221"/>
              <a:chOff x="6490447" y="1405677"/>
              <a:chExt cx="602114" cy="246221"/>
            </a:xfrm>
          </p:grpSpPr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292C3A6E-6716-0F66-1F25-0DD0C33796DB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5D9E678E-8793-0A51-767E-5D32A9768377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38</a:t>
                </a:r>
              </a:p>
            </p:txBody>
          </p:sp>
        </p:grp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54FC8D3B-FA1A-907F-6778-E7907EF68110}"/>
              </a:ext>
            </a:extLst>
          </p:cNvPr>
          <p:cNvGrpSpPr/>
          <p:nvPr/>
        </p:nvGrpSpPr>
        <p:grpSpPr>
          <a:xfrm>
            <a:off x="5616269" y="2073264"/>
            <a:ext cx="602114" cy="1441515"/>
            <a:chOff x="1784276" y="4144505"/>
            <a:chExt cx="602114" cy="1441515"/>
          </a:xfrm>
        </p:grpSpPr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0DC0C255-83C6-EFE0-AD22-EB081EF7618F}"/>
                </a:ext>
              </a:extLst>
            </p:cNvPr>
            <p:cNvGrpSpPr/>
            <p:nvPr/>
          </p:nvGrpSpPr>
          <p:grpSpPr>
            <a:xfrm>
              <a:off x="1784276" y="4144505"/>
              <a:ext cx="602114" cy="246221"/>
              <a:chOff x="6490447" y="1405677"/>
              <a:chExt cx="602114" cy="246221"/>
            </a:xfrm>
          </p:grpSpPr>
          <p:sp>
            <p:nvSpPr>
              <p:cNvPr id="406" name="Oval 405">
                <a:extLst>
                  <a:ext uri="{FF2B5EF4-FFF2-40B4-BE49-F238E27FC236}">
                    <a16:creationId xmlns:a16="http://schemas.microsoft.com/office/drawing/2014/main" id="{71D3C033-33D1-23A8-5A55-D6928BEDFD15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BF2AA837-5813-8C94-21E9-2DC9DB187D13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108</a:t>
                </a:r>
              </a:p>
            </p:txBody>
          </p:sp>
        </p:grp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77CB442-A393-1651-D1BE-A491C1E8DB77}"/>
                </a:ext>
              </a:extLst>
            </p:cNvPr>
            <p:cNvGrpSpPr/>
            <p:nvPr/>
          </p:nvGrpSpPr>
          <p:grpSpPr>
            <a:xfrm>
              <a:off x="1784276" y="5339799"/>
              <a:ext cx="602114" cy="246221"/>
              <a:chOff x="6490447" y="1405677"/>
              <a:chExt cx="602114" cy="246221"/>
            </a:xfrm>
          </p:grpSpPr>
          <p:sp>
            <p:nvSpPr>
              <p:cNvPr id="404" name="Oval 403">
                <a:extLst>
                  <a:ext uri="{FF2B5EF4-FFF2-40B4-BE49-F238E27FC236}">
                    <a16:creationId xmlns:a16="http://schemas.microsoft.com/office/drawing/2014/main" id="{6C79B1E3-45CB-92AE-229D-0E35BB611603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CA243AA6-ED14-A89D-E13F-6841568001ED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200</a:t>
                </a:r>
              </a:p>
            </p:txBody>
          </p:sp>
        </p:grp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6C9A1AE2-7743-FBB7-F468-B55776DE6E70}"/>
                </a:ext>
              </a:extLst>
            </p:cNvPr>
            <p:cNvGrpSpPr/>
            <p:nvPr/>
          </p:nvGrpSpPr>
          <p:grpSpPr>
            <a:xfrm>
              <a:off x="1784276" y="4443328"/>
              <a:ext cx="602114" cy="246221"/>
              <a:chOff x="6490447" y="1405677"/>
              <a:chExt cx="602114" cy="246221"/>
            </a:xfrm>
          </p:grpSpPr>
          <p:sp>
            <p:nvSpPr>
              <p:cNvPr id="402" name="Oval 401">
                <a:extLst>
                  <a:ext uri="{FF2B5EF4-FFF2-40B4-BE49-F238E27FC236}">
                    <a16:creationId xmlns:a16="http://schemas.microsoft.com/office/drawing/2014/main" id="{1514C078-59DE-0890-55C6-CAE865EED268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56897FBE-6B99-2471-1189-25D4D6925F0A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141</a:t>
                </a:r>
              </a:p>
            </p:txBody>
          </p:sp>
        </p:grp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0B24EB5F-AF8D-492E-944E-47A67E7799CE}"/>
                </a:ext>
              </a:extLst>
            </p:cNvPr>
            <p:cNvGrpSpPr/>
            <p:nvPr/>
          </p:nvGrpSpPr>
          <p:grpSpPr>
            <a:xfrm>
              <a:off x="1784276" y="5040974"/>
              <a:ext cx="602114" cy="246221"/>
              <a:chOff x="6490447" y="1405677"/>
              <a:chExt cx="602114" cy="246221"/>
            </a:xfrm>
          </p:grpSpPr>
          <p:sp>
            <p:nvSpPr>
              <p:cNvPr id="400" name="Oval 399">
                <a:extLst>
                  <a:ext uri="{FF2B5EF4-FFF2-40B4-BE49-F238E27FC236}">
                    <a16:creationId xmlns:a16="http://schemas.microsoft.com/office/drawing/2014/main" id="{541F764A-760C-F78D-BCFB-AA866F0CEE30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1" name="TextBox 400">
                <a:extLst>
                  <a:ext uri="{FF2B5EF4-FFF2-40B4-BE49-F238E27FC236}">
                    <a16:creationId xmlns:a16="http://schemas.microsoft.com/office/drawing/2014/main" id="{C4EC14C1-DA3F-BDB4-ECC2-D23B829F35B4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197</a:t>
                </a:r>
              </a:p>
            </p:txBody>
          </p:sp>
        </p:grp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6EE8EADA-87E5-3237-3689-FA0FED84BDFE}"/>
                </a:ext>
              </a:extLst>
            </p:cNvPr>
            <p:cNvGrpSpPr/>
            <p:nvPr/>
          </p:nvGrpSpPr>
          <p:grpSpPr>
            <a:xfrm>
              <a:off x="1784276" y="4742151"/>
              <a:ext cx="602114" cy="246221"/>
              <a:chOff x="6490447" y="1405677"/>
              <a:chExt cx="602114" cy="246221"/>
            </a:xfrm>
          </p:grpSpPr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689577BE-D530-F0FC-6983-E81AA125FAE3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B247AD6B-5A9E-B218-56A1-653563AD567D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182</a:t>
                </a:r>
              </a:p>
            </p:txBody>
          </p:sp>
        </p:grpSp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DA389BF1-6126-4BEF-B606-0A981E04B3BB}"/>
              </a:ext>
            </a:extLst>
          </p:cNvPr>
          <p:cNvGrpSpPr/>
          <p:nvPr/>
        </p:nvGrpSpPr>
        <p:grpSpPr>
          <a:xfrm>
            <a:off x="6241457" y="2073264"/>
            <a:ext cx="602114" cy="1441515"/>
            <a:chOff x="2426448" y="4144505"/>
            <a:chExt cx="602114" cy="1441515"/>
          </a:xfrm>
        </p:grpSpPr>
        <p:grpSp>
          <p:nvGrpSpPr>
            <p:cNvPr id="409" name="Group 408">
              <a:extLst>
                <a:ext uri="{FF2B5EF4-FFF2-40B4-BE49-F238E27FC236}">
                  <a16:creationId xmlns:a16="http://schemas.microsoft.com/office/drawing/2014/main" id="{6EA3B90C-E3B3-43AB-393D-BC48DBD69DEE}"/>
                </a:ext>
              </a:extLst>
            </p:cNvPr>
            <p:cNvGrpSpPr/>
            <p:nvPr/>
          </p:nvGrpSpPr>
          <p:grpSpPr>
            <a:xfrm>
              <a:off x="2426448" y="4144505"/>
              <a:ext cx="602114" cy="246221"/>
              <a:chOff x="6490447" y="1405677"/>
              <a:chExt cx="602114" cy="246221"/>
            </a:xfrm>
          </p:grpSpPr>
          <p:sp>
            <p:nvSpPr>
              <p:cNvPr id="422" name="Oval 421">
                <a:extLst>
                  <a:ext uri="{FF2B5EF4-FFF2-40B4-BE49-F238E27FC236}">
                    <a16:creationId xmlns:a16="http://schemas.microsoft.com/office/drawing/2014/main" id="{4FD441E6-CCAC-51A4-4199-541F6695CE34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3" name="TextBox 422">
                <a:extLst>
                  <a:ext uri="{FF2B5EF4-FFF2-40B4-BE49-F238E27FC236}">
                    <a16:creationId xmlns:a16="http://schemas.microsoft.com/office/drawing/2014/main" id="{0B0A380A-A580-0CA1-04CF-3E6637EFB1F8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206</a:t>
                </a:r>
              </a:p>
            </p:txBody>
          </p:sp>
        </p:grp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31D14E45-122E-90E1-01CF-C47318458F7F}"/>
                </a:ext>
              </a:extLst>
            </p:cNvPr>
            <p:cNvGrpSpPr/>
            <p:nvPr/>
          </p:nvGrpSpPr>
          <p:grpSpPr>
            <a:xfrm>
              <a:off x="2426448" y="5339799"/>
              <a:ext cx="602114" cy="246221"/>
              <a:chOff x="6490447" y="1405677"/>
              <a:chExt cx="602114" cy="246221"/>
            </a:xfrm>
          </p:grpSpPr>
          <p:sp>
            <p:nvSpPr>
              <p:cNvPr id="420" name="Oval 419">
                <a:extLst>
                  <a:ext uri="{FF2B5EF4-FFF2-40B4-BE49-F238E27FC236}">
                    <a16:creationId xmlns:a16="http://schemas.microsoft.com/office/drawing/2014/main" id="{696F6FC7-602E-7239-2286-C7F3852D8E3F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49E9CDA3-A536-225D-B762-E8FD2B90951C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386</a:t>
                </a:r>
              </a:p>
            </p:txBody>
          </p:sp>
        </p:grpSp>
        <p:grpSp>
          <p:nvGrpSpPr>
            <p:cNvPr id="411" name="Group 410">
              <a:extLst>
                <a:ext uri="{FF2B5EF4-FFF2-40B4-BE49-F238E27FC236}">
                  <a16:creationId xmlns:a16="http://schemas.microsoft.com/office/drawing/2014/main" id="{B83D4BD2-4999-0E08-446B-F939C38928A9}"/>
                </a:ext>
              </a:extLst>
            </p:cNvPr>
            <p:cNvGrpSpPr/>
            <p:nvPr/>
          </p:nvGrpSpPr>
          <p:grpSpPr>
            <a:xfrm>
              <a:off x="2426448" y="4443328"/>
              <a:ext cx="602114" cy="246221"/>
              <a:chOff x="6490447" y="1405677"/>
              <a:chExt cx="602114" cy="246221"/>
            </a:xfrm>
          </p:grpSpPr>
          <p:sp>
            <p:nvSpPr>
              <p:cNvPr id="418" name="Oval 417">
                <a:extLst>
                  <a:ext uri="{FF2B5EF4-FFF2-40B4-BE49-F238E27FC236}">
                    <a16:creationId xmlns:a16="http://schemas.microsoft.com/office/drawing/2014/main" id="{8425B8D4-4D27-EFD8-24B5-4E4920FE7A0C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5A0A56BE-289A-75EC-1B76-B9ED92860646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261</a:t>
                </a:r>
              </a:p>
            </p:txBody>
          </p:sp>
        </p:grpSp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5F3688A1-4A59-BDB4-1994-616AE401ADF3}"/>
                </a:ext>
              </a:extLst>
            </p:cNvPr>
            <p:cNvGrpSpPr/>
            <p:nvPr/>
          </p:nvGrpSpPr>
          <p:grpSpPr>
            <a:xfrm>
              <a:off x="2426448" y="5040974"/>
              <a:ext cx="602114" cy="246221"/>
              <a:chOff x="6490447" y="1405677"/>
              <a:chExt cx="602114" cy="246221"/>
            </a:xfrm>
          </p:grpSpPr>
          <p:sp>
            <p:nvSpPr>
              <p:cNvPr id="416" name="Oval 415">
                <a:extLst>
                  <a:ext uri="{FF2B5EF4-FFF2-40B4-BE49-F238E27FC236}">
                    <a16:creationId xmlns:a16="http://schemas.microsoft.com/office/drawing/2014/main" id="{21578151-99EF-D614-B479-50C03442ED8F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FAE92473-7702-2855-C428-839BE9EE8FDB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272</a:t>
                </a:r>
              </a:p>
            </p:txBody>
          </p:sp>
        </p:grpSp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E8BA91D8-3436-2713-1F01-CE7241348373}"/>
                </a:ext>
              </a:extLst>
            </p:cNvPr>
            <p:cNvGrpSpPr/>
            <p:nvPr/>
          </p:nvGrpSpPr>
          <p:grpSpPr>
            <a:xfrm>
              <a:off x="2426448" y="4742151"/>
              <a:ext cx="602114" cy="246221"/>
              <a:chOff x="6490447" y="1405677"/>
              <a:chExt cx="602114" cy="246221"/>
            </a:xfrm>
          </p:grpSpPr>
          <p:sp>
            <p:nvSpPr>
              <p:cNvPr id="414" name="Oval 413">
                <a:extLst>
                  <a:ext uri="{FF2B5EF4-FFF2-40B4-BE49-F238E27FC236}">
                    <a16:creationId xmlns:a16="http://schemas.microsoft.com/office/drawing/2014/main" id="{B5DFBDF5-8AC1-D871-4B96-ABC01F6B5347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84067F89-CEDA-193E-A90B-E24E9E5AC173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264</a:t>
                </a:r>
              </a:p>
            </p:txBody>
          </p:sp>
        </p:grp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D7790B91-20C9-589E-AC9B-00997E1C3832}"/>
              </a:ext>
            </a:extLst>
          </p:cNvPr>
          <p:cNvGrpSpPr/>
          <p:nvPr/>
        </p:nvGrpSpPr>
        <p:grpSpPr>
          <a:xfrm>
            <a:off x="6866645" y="2073264"/>
            <a:ext cx="602114" cy="1441515"/>
            <a:chOff x="3063663" y="4144505"/>
            <a:chExt cx="602114" cy="1441515"/>
          </a:xfrm>
        </p:grpSpPr>
        <p:grpSp>
          <p:nvGrpSpPr>
            <p:cNvPr id="425" name="Group 424">
              <a:extLst>
                <a:ext uri="{FF2B5EF4-FFF2-40B4-BE49-F238E27FC236}">
                  <a16:creationId xmlns:a16="http://schemas.microsoft.com/office/drawing/2014/main" id="{19DB385D-45BF-9385-8DEB-899AABE07541}"/>
                </a:ext>
              </a:extLst>
            </p:cNvPr>
            <p:cNvGrpSpPr/>
            <p:nvPr/>
          </p:nvGrpSpPr>
          <p:grpSpPr>
            <a:xfrm>
              <a:off x="3063663" y="4144505"/>
              <a:ext cx="602114" cy="246221"/>
              <a:chOff x="6490447" y="1405677"/>
              <a:chExt cx="602114" cy="246221"/>
            </a:xfrm>
          </p:grpSpPr>
          <p:sp>
            <p:nvSpPr>
              <p:cNvPr id="438" name="Oval 437">
                <a:extLst>
                  <a:ext uri="{FF2B5EF4-FFF2-40B4-BE49-F238E27FC236}">
                    <a16:creationId xmlns:a16="http://schemas.microsoft.com/office/drawing/2014/main" id="{43C09F0C-0CC0-7387-480B-4388DA9BFBCF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596658D8-C507-A528-E673-5C5991AC3928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395</a:t>
                </a:r>
              </a:p>
            </p:txBody>
          </p:sp>
        </p:grp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F10CA19E-E498-8B0D-F925-9345F1B5CCE4}"/>
                </a:ext>
              </a:extLst>
            </p:cNvPr>
            <p:cNvGrpSpPr/>
            <p:nvPr/>
          </p:nvGrpSpPr>
          <p:grpSpPr>
            <a:xfrm>
              <a:off x="3063663" y="5339799"/>
              <a:ext cx="602114" cy="246221"/>
              <a:chOff x="6490447" y="1405677"/>
              <a:chExt cx="602114" cy="246221"/>
            </a:xfrm>
          </p:grpSpPr>
          <p:sp>
            <p:nvSpPr>
              <p:cNvPr id="436" name="Oval 435">
                <a:extLst>
                  <a:ext uri="{FF2B5EF4-FFF2-40B4-BE49-F238E27FC236}">
                    <a16:creationId xmlns:a16="http://schemas.microsoft.com/office/drawing/2014/main" id="{D0FA8B22-EE78-FAE5-5C3F-436D3F34A6CC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7" name="TextBox 436">
                <a:extLst>
                  <a:ext uri="{FF2B5EF4-FFF2-40B4-BE49-F238E27FC236}">
                    <a16:creationId xmlns:a16="http://schemas.microsoft.com/office/drawing/2014/main" id="{C08D4092-8F08-27E9-5881-9A1530086AE6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410</a:t>
                </a:r>
              </a:p>
            </p:txBody>
          </p:sp>
        </p:grpSp>
        <p:grpSp>
          <p:nvGrpSpPr>
            <p:cNvPr id="427" name="Group 426">
              <a:extLst>
                <a:ext uri="{FF2B5EF4-FFF2-40B4-BE49-F238E27FC236}">
                  <a16:creationId xmlns:a16="http://schemas.microsoft.com/office/drawing/2014/main" id="{683C4C8C-624E-5B65-25A1-763B36EEE2E3}"/>
                </a:ext>
              </a:extLst>
            </p:cNvPr>
            <p:cNvGrpSpPr/>
            <p:nvPr/>
          </p:nvGrpSpPr>
          <p:grpSpPr>
            <a:xfrm>
              <a:off x="3063663" y="4443328"/>
              <a:ext cx="602114" cy="246221"/>
              <a:chOff x="6490447" y="1405677"/>
              <a:chExt cx="602114" cy="246221"/>
            </a:xfrm>
          </p:grpSpPr>
          <p:sp>
            <p:nvSpPr>
              <p:cNvPr id="434" name="Oval 433">
                <a:extLst>
                  <a:ext uri="{FF2B5EF4-FFF2-40B4-BE49-F238E27FC236}">
                    <a16:creationId xmlns:a16="http://schemas.microsoft.com/office/drawing/2014/main" id="{64F1A79E-5FE0-BC3F-E59E-1A085B647B10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D120B741-5E3D-F82B-C8DB-8327CCB8629B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400</a:t>
                </a:r>
              </a:p>
            </p:txBody>
          </p:sp>
        </p:grpSp>
        <p:grpSp>
          <p:nvGrpSpPr>
            <p:cNvPr id="428" name="Group 427">
              <a:extLst>
                <a:ext uri="{FF2B5EF4-FFF2-40B4-BE49-F238E27FC236}">
                  <a16:creationId xmlns:a16="http://schemas.microsoft.com/office/drawing/2014/main" id="{869E00B9-AE8D-8983-4663-46A03DA081C5}"/>
                </a:ext>
              </a:extLst>
            </p:cNvPr>
            <p:cNvGrpSpPr/>
            <p:nvPr/>
          </p:nvGrpSpPr>
          <p:grpSpPr>
            <a:xfrm>
              <a:off x="3063663" y="5040974"/>
              <a:ext cx="602114" cy="246221"/>
              <a:chOff x="6490447" y="1405677"/>
              <a:chExt cx="602114" cy="246221"/>
            </a:xfrm>
          </p:grpSpPr>
          <p:sp>
            <p:nvSpPr>
              <p:cNvPr id="432" name="Oval 431">
                <a:extLst>
                  <a:ext uri="{FF2B5EF4-FFF2-40B4-BE49-F238E27FC236}">
                    <a16:creationId xmlns:a16="http://schemas.microsoft.com/office/drawing/2014/main" id="{47405E68-3FEC-0BEA-9F00-B46DE03F2D99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1E5CEB0C-3C06-5B60-7B15-14286C652D05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405</a:t>
                </a:r>
              </a:p>
            </p:txBody>
          </p:sp>
        </p:grpSp>
        <p:grpSp>
          <p:nvGrpSpPr>
            <p:cNvPr id="429" name="Group 428">
              <a:extLst>
                <a:ext uri="{FF2B5EF4-FFF2-40B4-BE49-F238E27FC236}">
                  <a16:creationId xmlns:a16="http://schemas.microsoft.com/office/drawing/2014/main" id="{31344817-1A6B-7338-77FB-26DF1E67C20C}"/>
                </a:ext>
              </a:extLst>
            </p:cNvPr>
            <p:cNvGrpSpPr/>
            <p:nvPr/>
          </p:nvGrpSpPr>
          <p:grpSpPr>
            <a:xfrm>
              <a:off x="3063663" y="4742151"/>
              <a:ext cx="602114" cy="246221"/>
              <a:chOff x="6490447" y="1405677"/>
              <a:chExt cx="602114" cy="246221"/>
            </a:xfrm>
          </p:grpSpPr>
          <p:sp>
            <p:nvSpPr>
              <p:cNvPr id="430" name="Oval 429">
                <a:extLst>
                  <a:ext uri="{FF2B5EF4-FFF2-40B4-BE49-F238E27FC236}">
                    <a16:creationId xmlns:a16="http://schemas.microsoft.com/office/drawing/2014/main" id="{96A83115-1035-46DF-9D68-86649E41E95C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7405CCE2-722E-D26D-A03C-1015FF74D108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402</a:t>
                </a:r>
              </a:p>
            </p:txBody>
          </p:sp>
        </p:grpSp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FABE1748-1E94-BEF8-962C-046A57D408B5}"/>
              </a:ext>
            </a:extLst>
          </p:cNvPr>
          <p:cNvGrpSpPr/>
          <p:nvPr/>
        </p:nvGrpSpPr>
        <p:grpSpPr>
          <a:xfrm>
            <a:off x="7491834" y="2073264"/>
            <a:ext cx="602114" cy="1441515"/>
            <a:chOff x="3698291" y="4144505"/>
            <a:chExt cx="602114" cy="1441515"/>
          </a:xfrm>
        </p:grpSpPr>
        <p:grpSp>
          <p:nvGrpSpPr>
            <p:cNvPr id="441" name="Group 440">
              <a:extLst>
                <a:ext uri="{FF2B5EF4-FFF2-40B4-BE49-F238E27FC236}">
                  <a16:creationId xmlns:a16="http://schemas.microsoft.com/office/drawing/2014/main" id="{554E4DFE-B374-36AE-BF78-7A5FEFE7B1D2}"/>
                </a:ext>
              </a:extLst>
            </p:cNvPr>
            <p:cNvGrpSpPr/>
            <p:nvPr/>
          </p:nvGrpSpPr>
          <p:grpSpPr>
            <a:xfrm>
              <a:off x="3698291" y="4144505"/>
              <a:ext cx="602114" cy="246221"/>
              <a:chOff x="6490447" y="1405677"/>
              <a:chExt cx="602114" cy="246221"/>
            </a:xfrm>
          </p:grpSpPr>
          <p:sp>
            <p:nvSpPr>
              <p:cNvPr id="454" name="Oval 453">
                <a:extLst>
                  <a:ext uri="{FF2B5EF4-FFF2-40B4-BE49-F238E27FC236}">
                    <a16:creationId xmlns:a16="http://schemas.microsoft.com/office/drawing/2014/main" id="{2F618DCC-A41F-863E-9270-84AB3C7A9467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8F51C635-2634-155D-3BA5-CF66838F3CDA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417</a:t>
                </a:r>
              </a:p>
            </p:txBody>
          </p:sp>
        </p:grpSp>
        <p:grpSp>
          <p:nvGrpSpPr>
            <p:cNvPr id="442" name="Group 441">
              <a:extLst>
                <a:ext uri="{FF2B5EF4-FFF2-40B4-BE49-F238E27FC236}">
                  <a16:creationId xmlns:a16="http://schemas.microsoft.com/office/drawing/2014/main" id="{A5583ED3-514B-E4BC-2F3B-7BB0F364D743}"/>
                </a:ext>
              </a:extLst>
            </p:cNvPr>
            <p:cNvGrpSpPr/>
            <p:nvPr/>
          </p:nvGrpSpPr>
          <p:grpSpPr>
            <a:xfrm>
              <a:off x="3698291" y="5339799"/>
              <a:ext cx="602114" cy="246221"/>
              <a:chOff x="6490447" y="1405677"/>
              <a:chExt cx="602114" cy="246221"/>
            </a:xfrm>
          </p:grpSpPr>
          <p:sp>
            <p:nvSpPr>
              <p:cNvPr id="452" name="Oval 451">
                <a:extLst>
                  <a:ext uri="{FF2B5EF4-FFF2-40B4-BE49-F238E27FC236}">
                    <a16:creationId xmlns:a16="http://schemas.microsoft.com/office/drawing/2014/main" id="{E10EBD6F-A2CF-95EC-A059-D6C837B4A276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F9DAA270-F3CA-9343-4EF5-A103E7DC5C70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512</a:t>
                </a:r>
              </a:p>
            </p:txBody>
          </p:sp>
        </p:grpSp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F5EDA64E-8701-3419-3E06-8237A4E1ADC1}"/>
                </a:ext>
              </a:extLst>
            </p:cNvPr>
            <p:cNvGrpSpPr/>
            <p:nvPr/>
          </p:nvGrpSpPr>
          <p:grpSpPr>
            <a:xfrm>
              <a:off x="3698291" y="4443328"/>
              <a:ext cx="602114" cy="246221"/>
              <a:chOff x="6490447" y="1405677"/>
              <a:chExt cx="602114" cy="246221"/>
            </a:xfrm>
          </p:grpSpPr>
          <p:sp>
            <p:nvSpPr>
              <p:cNvPr id="450" name="Oval 449">
                <a:extLst>
                  <a:ext uri="{FF2B5EF4-FFF2-40B4-BE49-F238E27FC236}">
                    <a16:creationId xmlns:a16="http://schemas.microsoft.com/office/drawing/2014/main" id="{D40F5354-4C7B-A74F-7C2D-510BB5041D63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99A7AC27-B454-7A86-DAE8-3C5947573659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452</a:t>
                </a:r>
              </a:p>
            </p:txBody>
          </p:sp>
        </p:grpSp>
        <p:grpSp>
          <p:nvGrpSpPr>
            <p:cNvPr id="444" name="Group 443">
              <a:extLst>
                <a:ext uri="{FF2B5EF4-FFF2-40B4-BE49-F238E27FC236}">
                  <a16:creationId xmlns:a16="http://schemas.microsoft.com/office/drawing/2014/main" id="{FD4BD058-5575-A57C-DEBD-B1039B807C21}"/>
                </a:ext>
              </a:extLst>
            </p:cNvPr>
            <p:cNvGrpSpPr/>
            <p:nvPr/>
          </p:nvGrpSpPr>
          <p:grpSpPr>
            <a:xfrm>
              <a:off x="3698291" y="5040974"/>
              <a:ext cx="602114" cy="246221"/>
              <a:chOff x="6490447" y="1405677"/>
              <a:chExt cx="602114" cy="246221"/>
            </a:xfrm>
          </p:grpSpPr>
          <p:sp>
            <p:nvSpPr>
              <p:cNvPr id="448" name="Oval 447">
                <a:extLst>
                  <a:ext uri="{FF2B5EF4-FFF2-40B4-BE49-F238E27FC236}">
                    <a16:creationId xmlns:a16="http://schemas.microsoft.com/office/drawing/2014/main" id="{67F7999A-2F0B-244C-A8A4-5B1484960120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9" name="TextBox 448">
                <a:extLst>
                  <a:ext uri="{FF2B5EF4-FFF2-40B4-BE49-F238E27FC236}">
                    <a16:creationId xmlns:a16="http://schemas.microsoft.com/office/drawing/2014/main" id="{7BCB2544-A9E7-51D2-3206-82728BE286C1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491</a:t>
                </a:r>
              </a:p>
            </p:txBody>
          </p:sp>
        </p:grpSp>
        <p:grpSp>
          <p:nvGrpSpPr>
            <p:cNvPr id="445" name="Group 444">
              <a:extLst>
                <a:ext uri="{FF2B5EF4-FFF2-40B4-BE49-F238E27FC236}">
                  <a16:creationId xmlns:a16="http://schemas.microsoft.com/office/drawing/2014/main" id="{CE803654-AF78-ACC9-1025-B3E56D512D49}"/>
                </a:ext>
              </a:extLst>
            </p:cNvPr>
            <p:cNvGrpSpPr/>
            <p:nvPr/>
          </p:nvGrpSpPr>
          <p:grpSpPr>
            <a:xfrm>
              <a:off x="3698291" y="4742151"/>
              <a:ext cx="602114" cy="246221"/>
              <a:chOff x="6490447" y="1405677"/>
              <a:chExt cx="602114" cy="246221"/>
            </a:xfrm>
          </p:grpSpPr>
          <p:sp>
            <p:nvSpPr>
              <p:cNvPr id="446" name="Oval 445">
                <a:extLst>
                  <a:ext uri="{FF2B5EF4-FFF2-40B4-BE49-F238E27FC236}">
                    <a16:creationId xmlns:a16="http://schemas.microsoft.com/office/drawing/2014/main" id="{042A1584-7094-0B4F-9E65-42ADFBF02918}"/>
                  </a:ext>
                </a:extLst>
              </p:cNvPr>
              <p:cNvSpPr/>
              <p:nvPr/>
            </p:nvSpPr>
            <p:spPr>
              <a:xfrm>
                <a:off x="6490447" y="1476188"/>
                <a:ext cx="95624" cy="896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7" name="TextBox 446">
                <a:extLst>
                  <a:ext uri="{FF2B5EF4-FFF2-40B4-BE49-F238E27FC236}">
                    <a16:creationId xmlns:a16="http://schemas.microsoft.com/office/drawing/2014/main" id="{C69D70CF-CA33-2E45-AFB9-D05D3E6AFF55}"/>
                  </a:ext>
                </a:extLst>
              </p:cNvPr>
              <p:cNvSpPr txBox="1"/>
              <p:nvPr/>
            </p:nvSpPr>
            <p:spPr>
              <a:xfrm>
                <a:off x="6549810" y="1405677"/>
                <a:ext cx="5427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464</a:t>
                </a:r>
              </a:p>
            </p:txBody>
          </p:sp>
        </p:grpSp>
      </p:grpSp>
      <p:sp>
        <p:nvSpPr>
          <p:cNvPr id="459" name="TextBox 458">
            <a:extLst>
              <a:ext uri="{FF2B5EF4-FFF2-40B4-BE49-F238E27FC236}">
                <a16:creationId xmlns:a16="http://schemas.microsoft.com/office/drawing/2014/main" id="{D38DC6DA-618F-970A-F7F5-5762E8F13BA4}"/>
              </a:ext>
            </a:extLst>
          </p:cNvPr>
          <p:cNvSpPr txBox="1"/>
          <p:nvPr/>
        </p:nvSpPr>
        <p:spPr>
          <a:xfrm>
            <a:off x="343614" y="5704260"/>
            <a:ext cx="84955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Definition based on Days of Inventory:</a:t>
            </a:r>
          </a:p>
          <a:p>
            <a:pPr marL="228600" indent="-228600">
              <a:buAutoNum type="arabicPeriod"/>
            </a:pPr>
            <a:r>
              <a:rPr lang="en-IN" sz="800" dirty="0"/>
              <a:t>&lt;1 month: High-performers</a:t>
            </a:r>
          </a:p>
          <a:p>
            <a:pPr marL="228600" indent="-228600">
              <a:buAutoNum type="arabicPeriod"/>
            </a:pPr>
            <a:r>
              <a:rPr lang="en-IN" sz="800" dirty="0"/>
              <a:t>1-2 months: Bundle inventory</a:t>
            </a:r>
          </a:p>
          <a:p>
            <a:pPr marL="228600" indent="-228600">
              <a:buAutoNum type="arabicPeriod"/>
            </a:pPr>
            <a:r>
              <a:rPr lang="en-IN" sz="800" dirty="0"/>
              <a:t>4-6 months: Gift cards model</a:t>
            </a:r>
          </a:p>
          <a:p>
            <a:pPr marL="228600" indent="-228600">
              <a:buAutoNum type="arabicPeriod"/>
            </a:pPr>
            <a:r>
              <a:rPr lang="en-IN" sz="800" dirty="0"/>
              <a:t>&gt;6 months: Exit stores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F8C0EF7C-7683-9BCF-659B-9F1E3C7D9E98}"/>
              </a:ext>
            </a:extLst>
          </p:cNvPr>
          <p:cNvSpPr txBox="1"/>
          <p:nvPr/>
        </p:nvSpPr>
        <p:spPr>
          <a:xfrm>
            <a:off x="9983638" y="6331789"/>
            <a:ext cx="1864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4</a:t>
            </a:r>
          </a:p>
        </p:txBody>
      </p: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481F37FE-5276-9808-8E94-3CA390345856}"/>
              </a:ext>
            </a:extLst>
          </p:cNvPr>
          <p:cNvGrpSpPr/>
          <p:nvPr/>
        </p:nvGrpSpPr>
        <p:grpSpPr>
          <a:xfrm>
            <a:off x="3792943" y="1201267"/>
            <a:ext cx="1173511" cy="246221"/>
            <a:chOff x="5388657" y="1099671"/>
            <a:chExt cx="1173511" cy="246221"/>
          </a:xfrm>
        </p:grpSpPr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1D0D7C33-940A-B404-C58E-E826BBE00A79}"/>
                </a:ext>
              </a:extLst>
            </p:cNvPr>
            <p:cNvSpPr/>
            <p:nvPr/>
          </p:nvSpPr>
          <p:spPr>
            <a:xfrm>
              <a:off x="5388657" y="1169574"/>
              <a:ext cx="93886" cy="96559"/>
            </a:xfrm>
            <a:prstGeom prst="rect">
              <a:avLst/>
            </a:prstGeom>
            <a:solidFill>
              <a:srgbClr val="D8E5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2" name="TextBox 461">
              <a:extLst>
                <a:ext uri="{FF2B5EF4-FFF2-40B4-BE49-F238E27FC236}">
                  <a16:creationId xmlns:a16="http://schemas.microsoft.com/office/drawing/2014/main" id="{BEDADE30-77EC-D1E1-86C8-B8F26EC8B3D3}"/>
                </a:ext>
              </a:extLst>
            </p:cNvPr>
            <p:cNvSpPr txBox="1"/>
            <p:nvPr/>
          </p:nvSpPr>
          <p:spPr>
            <a:xfrm>
              <a:off x="5440711" y="1099671"/>
              <a:ext cx="11214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High performers</a:t>
              </a:r>
            </a:p>
          </p:txBody>
        </p:sp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1A8E189C-6419-ACCC-06C4-ECECCEBF95D3}"/>
              </a:ext>
            </a:extLst>
          </p:cNvPr>
          <p:cNvGrpSpPr/>
          <p:nvPr/>
        </p:nvGrpSpPr>
        <p:grpSpPr>
          <a:xfrm>
            <a:off x="4989707" y="1201267"/>
            <a:ext cx="1173511" cy="246221"/>
            <a:chOff x="5174975" y="1099671"/>
            <a:chExt cx="1173511" cy="246221"/>
          </a:xfrm>
        </p:grpSpPr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CD158379-2DAD-DAB1-79B1-EBE67E550B7D}"/>
                </a:ext>
              </a:extLst>
            </p:cNvPr>
            <p:cNvSpPr/>
            <p:nvPr/>
          </p:nvSpPr>
          <p:spPr>
            <a:xfrm>
              <a:off x="5174975" y="1169574"/>
              <a:ext cx="93886" cy="96559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1925B1DB-135F-1058-CEDB-043E9B98BA1A}"/>
                </a:ext>
              </a:extLst>
            </p:cNvPr>
            <p:cNvSpPr txBox="1"/>
            <p:nvPr/>
          </p:nvSpPr>
          <p:spPr>
            <a:xfrm>
              <a:off x="5227029" y="1099671"/>
              <a:ext cx="11214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Bundle inventory</a:t>
              </a: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D66B1882-6CED-A5C7-B652-26A9EE4B6B23}"/>
              </a:ext>
            </a:extLst>
          </p:cNvPr>
          <p:cNvGrpSpPr/>
          <p:nvPr/>
        </p:nvGrpSpPr>
        <p:grpSpPr>
          <a:xfrm>
            <a:off x="6186471" y="1201267"/>
            <a:ext cx="1480953" cy="246221"/>
            <a:chOff x="6371739" y="1099671"/>
            <a:chExt cx="1480953" cy="246221"/>
          </a:xfrm>
        </p:grpSpPr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AF7E9907-632F-2975-6B81-57B943C6CDEB}"/>
                </a:ext>
              </a:extLst>
            </p:cNvPr>
            <p:cNvSpPr/>
            <p:nvPr/>
          </p:nvSpPr>
          <p:spPr>
            <a:xfrm>
              <a:off x="6371739" y="1169574"/>
              <a:ext cx="93886" cy="96559"/>
            </a:xfrm>
            <a:prstGeom prst="rect">
              <a:avLst/>
            </a:prstGeom>
            <a:solidFill>
              <a:srgbClr val="FAEC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id="{B4926E6B-2A3A-F09A-9B74-60D348B706C2}"/>
                </a:ext>
              </a:extLst>
            </p:cNvPr>
            <p:cNvSpPr txBox="1"/>
            <p:nvPr/>
          </p:nvSpPr>
          <p:spPr>
            <a:xfrm>
              <a:off x="6423793" y="1099671"/>
              <a:ext cx="1428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Adopt gift card model</a:t>
              </a:r>
            </a:p>
          </p:txBody>
        </p:sp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E82E887A-2160-A4BB-1040-CBFF3EB0FF47}"/>
              </a:ext>
            </a:extLst>
          </p:cNvPr>
          <p:cNvGrpSpPr/>
          <p:nvPr/>
        </p:nvGrpSpPr>
        <p:grpSpPr>
          <a:xfrm>
            <a:off x="7690676" y="1201267"/>
            <a:ext cx="1229807" cy="246221"/>
            <a:chOff x="7875944" y="1201267"/>
            <a:chExt cx="1229807" cy="246221"/>
          </a:xfrm>
        </p:grpSpPr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2D38F29E-25E3-59C8-186A-6C33190248C8}"/>
                </a:ext>
              </a:extLst>
            </p:cNvPr>
            <p:cNvSpPr/>
            <p:nvPr/>
          </p:nvSpPr>
          <p:spPr>
            <a:xfrm>
              <a:off x="7875944" y="1271170"/>
              <a:ext cx="93886" cy="96559"/>
            </a:xfrm>
            <a:prstGeom prst="rect">
              <a:avLst/>
            </a:prstGeom>
            <a:solidFill>
              <a:srgbClr val="F5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0E9A5236-B62B-3A8C-0C4D-D34FE3EA63A3}"/>
                </a:ext>
              </a:extLst>
            </p:cNvPr>
            <p:cNvSpPr txBox="1"/>
            <p:nvPr/>
          </p:nvSpPr>
          <p:spPr>
            <a:xfrm>
              <a:off x="7946322" y="1201267"/>
              <a:ext cx="1159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Underperformers</a:t>
              </a:r>
            </a:p>
          </p:txBody>
        </p:sp>
      </p:grpSp>
      <p:sp>
        <p:nvSpPr>
          <p:cNvPr id="481" name="TextBox 480">
            <a:extLst>
              <a:ext uri="{FF2B5EF4-FFF2-40B4-BE49-F238E27FC236}">
                <a16:creationId xmlns:a16="http://schemas.microsoft.com/office/drawing/2014/main" id="{9974EDD6-7B30-FBE3-DD32-749DA2831935}"/>
              </a:ext>
            </a:extLst>
          </p:cNvPr>
          <p:cNvSpPr txBox="1"/>
          <p:nvPr/>
        </p:nvSpPr>
        <p:spPr>
          <a:xfrm>
            <a:off x="9353572" y="1565833"/>
            <a:ext cx="1615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Key Insights</a:t>
            </a:r>
            <a:endParaRPr lang="en-IN" sz="1200" b="1" dirty="0"/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99F22C54-7CF6-D417-7194-D459B36F1EED}"/>
              </a:ext>
            </a:extLst>
          </p:cNvPr>
          <p:cNvSpPr txBox="1"/>
          <p:nvPr/>
        </p:nvSpPr>
        <p:spPr>
          <a:xfrm>
            <a:off x="9209741" y="1906528"/>
            <a:ext cx="26386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Among the 863 remaining stores: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173 stores show high velocity and low DOI</a:t>
            </a:r>
            <a:r>
              <a:rPr lang="en-US" sz="1200" dirty="0"/>
              <a:t>, making them priority locations for </a:t>
            </a:r>
            <a:r>
              <a:rPr lang="en-US" sz="1200" b="1" dirty="0"/>
              <a:t>increased inventory depth and growth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347 stores demonstrate moderate velocity</a:t>
            </a:r>
            <a:r>
              <a:rPr lang="en-US" sz="1200" dirty="0"/>
              <a:t> and are best suited for </a:t>
            </a:r>
            <a:r>
              <a:rPr lang="en-US" sz="1200" b="1" dirty="0"/>
              <a:t>leaner, bundle-based assortment</a:t>
            </a:r>
            <a:r>
              <a:rPr lang="en-US" sz="1200" dirty="0"/>
              <a:t> to improve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123 stores show low velocity but steady activity</a:t>
            </a:r>
            <a:r>
              <a:rPr lang="en-US" sz="1200" dirty="0"/>
              <a:t>, indicating strong fit for </a:t>
            </a:r>
            <a:r>
              <a:rPr lang="en-US" sz="1200" b="1" dirty="0"/>
              <a:t>shifting to the gift-card model</a:t>
            </a:r>
            <a:r>
              <a:rPr lang="en-US" sz="1200" dirty="0"/>
              <a:t> to reduce physical stock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220 stores are structurally low-performing</a:t>
            </a:r>
            <a:r>
              <a:rPr lang="en-US" sz="1200" dirty="0"/>
              <a:t> and recommended for </a:t>
            </a:r>
            <a:r>
              <a:rPr lang="en-US" sz="1200" b="1" dirty="0"/>
              <a:t>de-stocking and potential exit</a:t>
            </a:r>
            <a:endParaRPr lang="en-IN" sz="1200" b="1" dirty="0"/>
          </a:p>
        </p:txBody>
      </p:sp>
      <p:pic>
        <p:nvPicPr>
          <p:cNvPr id="483" name="Graphic 482" descr="Heart with pulse outline">
            <a:extLst>
              <a:ext uri="{FF2B5EF4-FFF2-40B4-BE49-F238E27FC236}">
                <a16:creationId xmlns:a16="http://schemas.microsoft.com/office/drawing/2014/main" id="{C4AEA185-3289-4DA7-5DEE-8BC3C7916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5125" y="1485105"/>
            <a:ext cx="469232" cy="46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6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C8F0A616-A6F7-A6EC-1BEE-910842CD7F04}"/>
              </a:ext>
            </a:extLst>
          </p:cNvPr>
          <p:cNvSpPr/>
          <p:nvPr/>
        </p:nvSpPr>
        <p:spPr>
          <a:xfrm>
            <a:off x="8307339" y="1843763"/>
            <a:ext cx="3243080" cy="423900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C7CABD-245C-8BC8-028E-963AA04EDC4A}"/>
              </a:ext>
            </a:extLst>
          </p:cNvPr>
          <p:cNvSpPr/>
          <p:nvPr/>
        </p:nvSpPr>
        <p:spPr>
          <a:xfrm>
            <a:off x="5124533" y="1843764"/>
            <a:ext cx="3038400" cy="424379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8345EF7-6DE2-5595-F964-BE22154A2BB4}"/>
              </a:ext>
            </a:extLst>
          </p:cNvPr>
          <p:cNvSpPr/>
          <p:nvPr/>
        </p:nvSpPr>
        <p:spPr>
          <a:xfrm>
            <a:off x="1886403" y="1834783"/>
            <a:ext cx="3125746" cy="4251432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A06FB-1D02-7FE8-4CF1-3C1A265C0A3C}"/>
              </a:ext>
            </a:extLst>
          </p:cNvPr>
          <p:cNvSpPr txBox="1"/>
          <p:nvPr/>
        </p:nvSpPr>
        <p:spPr>
          <a:xfrm>
            <a:off x="9983638" y="6331789"/>
            <a:ext cx="1864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51C98BE-8607-C1AF-2EC5-8811F8B8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12" y="279990"/>
            <a:ext cx="11504773" cy="980217"/>
          </a:xfrm>
        </p:spPr>
        <p:txBody>
          <a:bodyPr>
            <a:noAutofit/>
          </a:bodyPr>
          <a:lstStyle/>
          <a:p>
            <a:r>
              <a:rPr lang="en-US" sz="2500" b="1" dirty="0"/>
              <a:t>Distinct velocity tiers call for differentiated operating models to </a:t>
            </a:r>
            <a:r>
              <a:rPr lang="en-US" sz="2500" b="1" dirty="0" err="1"/>
              <a:t>maximise</a:t>
            </a:r>
            <a:r>
              <a:rPr lang="en-US" sz="2500" b="1" dirty="0"/>
              <a:t> growth and </a:t>
            </a:r>
            <a:r>
              <a:rPr lang="en-US" sz="2500" b="1" dirty="0" err="1"/>
              <a:t>minimise</a:t>
            </a:r>
            <a:r>
              <a:rPr lang="en-US" sz="2500" b="1" dirty="0"/>
              <a:t> inventory risk</a:t>
            </a:r>
            <a:endParaRPr lang="en-IN" sz="2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02818-7983-6228-F7FD-FDF3C5208C5C}"/>
              </a:ext>
            </a:extLst>
          </p:cNvPr>
          <p:cNvSpPr txBox="1"/>
          <p:nvPr/>
        </p:nvSpPr>
        <p:spPr>
          <a:xfrm>
            <a:off x="343612" y="1518026"/>
            <a:ext cx="1389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Dimension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DCF80-DE31-6D5D-370A-A1457FF795E1}"/>
              </a:ext>
            </a:extLst>
          </p:cNvPr>
          <p:cNvSpPr txBox="1"/>
          <p:nvPr/>
        </p:nvSpPr>
        <p:spPr>
          <a:xfrm>
            <a:off x="1951283" y="1518026"/>
            <a:ext cx="2327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High velocity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7EF8F-0D14-A313-022B-3AAD0B79CCD3}"/>
              </a:ext>
            </a:extLst>
          </p:cNvPr>
          <p:cNvSpPr txBox="1"/>
          <p:nvPr/>
        </p:nvSpPr>
        <p:spPr>
          <a:xfrm>
            <a:off x="5112832" y="1518026"/>
            <a:ext cx="2327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Medium velocity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9B460C-789C-FD17-5536-DE5B383ED671}"/>
              </a:ext>
            </a:extLst>
          </p:cNvPr>
          <p:cNvSpPr txBox="1"/>
          <p:nvPr/>
        </p:nvSpPr>
        <p:spPr>
          <a:xfrm>
            <a:off x="8298299" y="1518026"/>
            <a:ext cx="2327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Low velocity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32DAED-BD30-D88D-B994-8481FDFB11F4}"/>
              </a:ext>
            </a:extLst>
          </p:cNvPr>
          <p:cNvCxnSpPr/>
          <p:nvPr/>
        </p:nvCxnSpPr>
        <p:spPr>
          <a:xfrm>
            <a:off x="343612" y="1834783"/>
            <a:ext cx="1150477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D642FD-54FC-22F0-DE6D-C5F1657F2DC2}"/>
              </a:ext>
            </a:extLst>
          </p:cNvPr>
          <p:cNvSpPr txBox="1"/>
          <p:nvPr/>
        </p:nvSpPr>
        <p:spPr>
          <a:xfrm>
            <a:off x="677443" y="1924426"/>
            <a:ext cx="865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Strategic objective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764477-030A-CECB-72E8-C4830186B0EA}"/>
              </a:ext>
            </a:extLst>
          </p:cNvPr>
          <p:cNvSpPr txBox="1"/>
          <p:nvPr/>
        </p:nvSpPr>
        <p:spPr>
          <a:xfrm>
            <a:off x="2064834" y="1924426"/>
            <a:ext cx="2605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Accelerate growth </a:t>
            </a:r>
            <a:r>
              <a:rPr lang="en-IN" sz="1200" dirty="0"/>
              <a:t>in proven demand pockets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340F0-DBD4-C75D-CFAE-EC5CE215D65D}"/>
              </a:ext>
            </a:extLst>
          </p:cNvPr>
          <p:cNvSpPr txBox="1"/>
          <p:nvPr/>
        </p:nvSpPr>
        <p:spPr>
          <a:xfrm>
            <a:off x="5112832" y="1924426"/>
            <a:ext cx="2949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Maintain steady performance </a:t>
            </a:r>
            <a:r>
              <a:rPr lang="en-IN" sz="1200" dirty="0"/>
              <a:t>with efficient inventory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43E162-3A3E-AD04-8688-2FBB15A9CA04}"/>
              </a:ext>
            </a:extLst>
          </p:cNvPr>
          <p:cNvSpPr txBox="1"/>
          <p:nvPr/>
        </p:nvSpPr>
        <p:spPr>
          <a:xfrm>
            <a:off x="8298299" y="1924426"/>
            <a:ext cx="3379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Reduce physical inventory exposure </a:t>
            </a:r>
            <a:r>
              <a:rPr lang="en-IN" sz="1200" dirty="0"/>
              <a:t>while preserving sales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615196-550B-1175-2EE8-4A44B096694D}"/>
              </a:ext>
            </a:extLst>
          </p:cNvPr>
          <p:cNvCxnSpPr/>
          <p:nvPr/>
        </p:nvCxnSpPr>
        <p:spPr>
          <a:xfrm>
            <a:off x="343612" y="2463781"/>
            <a:ext cx="1150477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BC3BE20-DE8F-264E-4817-F3176C036A9A}"/>
              </a:ext>
            </a:extLst>
          </p:cNvPr>
          <p:cNvSpPr txBox="1"/>
          <p:nvPr/>
        </p:nvSpPr>
        <p:spPr>
          <a:xfrm>
            <a:off x="677443" y="2559400"/>
            <a:ext cx="102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Operational focus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1BC269-1F5E-F3A2-B165-73EC86973A69}"/>
              </a:ext>
            </a:extLst>
          </p:cNvPr>
          <p:cNvSpPr txBox="1"/>
          <p:nvPr/>
        </p:nvSpPr>
        <p:spPr>
          <a:xfrm>
            <a:off x="2064834" y="2559400"/>
            <a:ext cx="2605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Maximise conversion </a:t>
            </a:r>
            <a:r>
              <a:rPr lang="en-IN" sz="1200" dirty="0"/>
              <a:t>and capitalise on proven footfall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35B4BC-B63F-24B9-1AA9-1989718B5504}"/>
              </a:ext>
            </a:extLst>
          </p:cNvPr>
          <p:cNvSpPr txBox="1"/>
          <p:nvPr/>
        </p:nvSpPr>
        <p:spPr>
          <a:xfrm>
            <a:off x="5112832" y="2559400"/>
            <a:ext cx="2949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Right-size inventory </a:t>
            </a:r>
            <a:r>
              <a:rPr lang="en-IN" sz="1200" dirty="0"/>
              <a:t>and prevent waste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E9811A-6A64-474C-28AB-50CB75481ECC}"/>
              </a:ext>
            </a:extLst>
          </p:cNvPr>
          <p:cNvSpPr txBox="1"/>
          <p:nvPr/>
        </p:nvSpPr>
        <p:spPr>
          <a:xfrm>
            <a:off x="8298299" y="2559400"/>
            <a:ext cx="3319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Shift to scalable, low-touch, centrally fulfilled model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0F3545-A1E6-FFF4-5F31-92434ADCA677}"/>
              </a:ext>
            </a:extLst>
          </p:cNvPr>
          <p:cNvCxnSpPr/>
          <p:nvPr/>
        </p:nvCxnSpPr>
        <p:spPr>
          <a:xfrm>
            <a:off x="343612" y="3108379"/>
            <a:ext cx="1150477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6A5EFC-8363-E34D-93F0-F9EBEA174E24}"/>
              </a:ext>
            </a:extLst>
          </p:cNvPr>
          <p:cNvSpPr txBox="1"/>
          <p:nvPr/>
        </p:nvSpPr>
        <p:spPr>
          <a:xfrm>
            <a:off x="677443" y="3256093"/>
            <a:ext cx="960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Staffing &amp; training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42CB34-2BCC-C272-8A95-F1F2529F6DAD}"/>
              </a:ext>
            </a:extLst>
          </p:cNvPr>
          <p:cNvSpPr txBox="1"/>
          <p:nvPr/>
        </p:nvSpPr>
        <p:spPr>
          <a:xfrm>
            <a:off x="2064833" y="3203998"/>
            <a:ext cx="2852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Priority staffing </a:t>
            </a:r>
            <a:r>
              <a:rPr lang="en-IN" sz="1200" dirty="0"/>
              <a:t>during peak periods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Specific training for improved product 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SPIFFs</a:t>
            </a:r>
            <a:r>
              <a:rPr lang="en-IN" sz="1200" baseline="30000" dirty="0"/>
              <a:t>1</a:t>
            </a:r>
            <a:r>
              <a:rPr lang="en-IN" sz="1200" b="1" dirty="0"/>
              <a:t> </a:t>
            </a:r>
            <a:r>
              <a:rPr lang="en-IN" sz="1200" dirty="0"/>
              <a:t>for ring conversion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F35EA9-D228-B780-06C0-0AEB1599AAE5}"/>
              </a:ext>
            </a:extLst>
          </p:cNvPr>
          <p:cNvSpPr txBox="1"/>
          <p:nvPr/>
        </p:nvSpPr>
        <p:spPr>
          <a:xfrm>
            <a:off x="5112832" y="3203998"/>
            <a:ext cx="2949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Provide </a:t>
            </a:r>
            <a:r>
              <a:rPr lang="en-IN" sz="1200" b="1" dirty="0"/>
              <a:t>light-touch training </a:t>
            </a:r>
            <a:r>
              <a:rPr lang="en-IN" sz="1200" dirty="0"/>
              <a:t>on top 2-3 unique propositions of products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Focus on kit to ring funnel conversion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562C4B-12C1-50C6-D012-08550E77B7B2}"/>
              </a:ext>
            </a:extLst>
          </p:cNvPr>
          <p:cNvSpPr txBox="1"/>
          <p:nvPr/>
        </p:nvSpPr>
        <p:spPr>
          <a:xfrm>
            <a:off x="8298299" y="3203998"/>
            <a:ext cx="3319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Minimal staff involvement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Simple </a:t>
            </a:r>
            <a:r>
              <a:rPr lang="en-IN" sz="1200" b="1" dirty="0"/>
              <a:t>1-2 step script for gift-card explanation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749FC40-6CE7-F686-39CA-EBBECE7D976B}"/>
              </a:ext>
            </a:extLst>
          </p:cNvPr>
          <p:cNvCxnSpPr/>
          <p:nvPr/>
        </p:nvCxnSpPr>
        <p:spPr>
          <a:xfrm>
            <a:off x="343612" y="4058899"/>
            <a:ext cx="1150477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6692074-E656-5A15-5BA9-EAC6D17F635D}"/>
              </a:ext>
            </a:extLst>
          </p:cNvPr>
          <p:cNvSpPr txBox="1"/>
          <p:nvPr/>
        </p:nvSpPr>
        <p:spPr>
          <a:xfrm>
            <a:off x="641581" y="4131891"/>
            <a:ext cx="1309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Store layout &amp; merchandising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0E6D7A-1006-1EC1-9358-24619D4E04D6}"/>
              </a:ext>
            </a:extLst>
          </p:cNvPr>
          <p:cNvSpPr txBox="1"/>
          <p:nvPr/>
        </p:nvSpPr>
        <p:spPr>
          <a:xfrm>
            <a:off x="2064834" y="4132254"/>
            <a:ext cx="28059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Premium placement </a:t>
            </a:r>
            <a:r>
              <a:rPr lang="en-IN" sz="1200" dirty="0"/>
              <a:t>with expanded displays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Demo/sizing interaction </a:t>
            </a:r>
            <a:r>
              <a:rPr lang="en-IN" sz="1200" dirty="0"/>
              <a:t>zone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Creating </a:t>
            </a:r>
            <a:r>
              <a:rPr lang="en-IN" sz="1200" b="1" dirty="0"/>
              <a:t>wellness storytelling signage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DC7422-7F9F-8F91-D7C7-217DDB65298B}"/>
              </a:ext>
            </a:extLst>
          </p:cNvPr>
          <p:cNvSpPr txBox="1"/>
          <p:nvPr/>
        </p:nvSpPr>
        <p:spPr>
          <a:xfrm>
            <a:off x="5112832" y="4132254"/>
            <a:ext cx="2949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Compact display footprint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Place merchandise near tech/wellness adjacency aisles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498491-57CC-DCFC-4BB4-0DFD8C419939}"/>
              </a:ext>
            </a:extLst>
          </p:cNvPr>
          <p:cNvSpPr txBox="1"/>
          <p:nvPr/>
        </p:nvSpPr>
        <p:spPr>
          <a:xfrm>
            <a:off x="8298299" y="4132254"/>
            <a:ext cx="3319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Replace ring displays with gift cards and QR codes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Ensure small, low-touch footprint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A6583B-8BB8-828E-AB06-370D84D923E1}"/>
              </a:ext>
            </a:extLst>
          </p:cNvPr>
          <p:cNvCxnSpPr/>
          <p:nvPr/>
        </p:nvCxnSpPr>
        <p:spPr>
          <a:xfrm>
            <a:off x="343612" y="5128214"/>
            <a:ext cx="1150477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05206A0-9AF5-E874-6F63-B9A240C73838}"/>
              </a:ext>
            </a:extLst>
          </p:cNvPr>
          <p:cNvSpPr txBox="1"/>
          <p:nvPr/>
        </p:nvSpPr>
        <p:spPr>
          <a:xfrm>
            <a:off x="641581" y="5201569"/>
            <a:ext cx="1199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Assortment &amp; replenishment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DD7A9A-F63D-62C3-6AD0-46A8A6B9961F}"/>
              </a:ext>
            </a:extLst>
          </p:cNvPr>
          <p:cNvSpPr txBox="1"/>
          <p:nvPr/>
        </p:nvSpPr>
        <p:spPr>
          <a:xfrm>
            <a:off x="2064834" y="5201569"/>
            <a:ext cx="2805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Replenish stock with popular colours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Frequently replenish stock </a:t>
            </a:r>
            <a:r>
              <a:rPr lang="en-IN" sz="1200" dirty="0"/>
              <a:t>to avoid stockouts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5430D6-3144-87ED-217A-35311FB83073}"/>
              </a:ext>
            </a:extLst>
          </p:cNvPr>
          <p:cNvSpPr txBox="1"/>
          <p:nvPr/>
        </p:nvSpPr>
        <p:spPr>
          <a:xfrm>
            <a:off x="5112832" y="5201569"/>
            <a:ext cx="2949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Bundle assortments where there are limited colours and sizes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Replenish </a:t>
            </a:r>
            <a:r>
              <a:rPr lang="en-IN" sz="1200" dirty="0"/>
              <a:t>stock </a:t>
            </a:r>
            <a:r>
              <a:rPr lang="en-IN" sz="1200" b="1" dirty="0"/>
              <a:t>based on sell-through rates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21B083-F060-2A16-1DDC-0F63307283A4}"/>
              </a:ext>
            </a:extLst>
          </p:cNvPr>
          <p:cNvSpPr txBox="1"/>
          <p:nvPr/>
        </p:nvSpPr>
        <p:spPr>
          <a:xfrm>
            <a:off x="8298299" y="5201569"/>
            <a:ext cx="3144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Hold sizing kits only and fulfil rings through central distribution system</a:t>
            </a:r>
          </a:p>
        </p:txBody>
      </p:sp>
      <p:pic>
        <p:nvPicPr>
          <p:cNvPr id="41" name="Graphic 40" descr="Chess pieces outline">
            <a:extLst>
              <a:ext uri="{FF2B5EF4-FFF2-40B4-BE49-F238E27FC236}">
                <a16:creationId xmlns:a16="http://schemas.microsoft.com/office/drawing/2014/main" id="{8C04258F-B248-88CD-29E5-517038105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765" y="1971831"/>
            <a:ext cx="352541" cy="352541"/>
          </a:xfrm>
          <a:prstGeom prst="rect">
            <a:avLst/>
          </a:prstGeom>
        </p:spPr>
      </p:pic>
      <p:pic>
        <p:nvPicPr>
          <p:cNvPr id="43" name="Graphic 42" descr="Target outline">
            <a:extLst>
              <a:ext uri="{FF2B5EF4-FFF2-40B4-BE49-F238E27FC236}">
                <a16:creationId xmlns:a16="http://schemas.microsoft.com/office/drawing/2014/main" id="{38790CA0-3F28-D633-34A5-83AFDE8500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765" y="2559400"/>
            <a:ext cx="352800" cy="352800"/>
          </a:xfrm>
          <a:prstGeom prst="rect">
            <a:avLst/>
          </a:prstGeom>
        </p:spPr>
      </p:pic>
      <p:pic>
        <p:nvPicPr>
          <p:cNvPr id="45" name="Graphic 44" descr="Group of men outline">
            <a:extLst>
              <a:ext uri="{FF2B5EF4-FFF2-40B4-BE49-F238E27FC236}">
                <a16:creationId xmlns:a16="http://schemas.microsoft.com/office/drawing/2014/main" id="{91CAB0C3-E806-D69D-64F8-10C29CBC62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765" y="3256093"/>
            <a:ext cx="352800" cy="352800"/>
          </a:xfrm>
          <a:prstGeom prst="rect">
            <a:avLst/>
          </a:prstGeom>
        </p:spPr>
      </p:pic>
      <p:pic>
        <p:nvPicPr>
          <p:cNvPr id="47" name="Graphic 46" descr="Store outline">
            <a:extLst>
              <a:ext uri="{FF2B5EF4-FFF2-40B4-BE49-F238E27FC236}">
                <a16:creationId xmlns:a16="http://schemas.microsoft.com/office/drawing/2014/main" id="{E9B31ACE-7A15-8A3A-537D-82C6C4C331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765" y="4174509"/>
            <a:ext cx="352800" cy="352800"/>
          </a:xfrm>
          <a:prstGeom prst="rect">
            <a:avLst/>
          </a:prstGeom>
        </p:spPr>
      </p:pic>
      <p:pic>
        <p:nvPicPr>
          <p:cNvPr id="51" name="Graphic 50" descr="Sort outline">
            <a:extLst>
              <a:ext uri="{FF2B5EF4-FFF2-40B4-BE49-F238E27FC236}">
                <a16:creationId xmlns:a16="http://schemas.microsoft.com/office/drawing/2014/main" id="{2D79C7FF-6C03-19DD-A40C-E52283F7B5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2765" y="5243401"/>
            <a:ext cx="352800" cy="3528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0951F9D-3353-0B11-8D00-2EB1BF9B8510}"/>
              </a:ext>
            </a:extLst>
          </p:cNvPr>
          <p:cNvSpPr txBox="1"/>
          <p:nvPr/>
        </p:nvSpPr>
        <p:spPr>
          <a:xfrm>
            <a:off x="343614" y="6362566"/>
            <a:ext cx="84955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1. SPIFF: Sales performance inventive fund</a:t>
            </a:r>
          </a:p>
        </p:txBody>
      </p:sp>
    </p:spTree>
    <p:extLst>
      <p:ext uri="{BB962C8B-B14F-4D97-AF65-F5344CB8AC3E}">
        <p14:creationId xmlns:p14="http://schemas.microsoft.com/office/powerpoint/2010/main" val="151979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49D450A-0D8C-4CED-B964-33BDCC3241AA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1116</Words>
  <Application>Microsoft Office PowerPoint</Application>
  <PresentationFormat>Widescreen</PresentationFormat>
  <Paragraphs>210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Jewellery Store and Inventory Optimisation</vt:lpstr>
      <vt:lpstr>Executive Summary</vt:lpstr>
      <vt:lpstr>Robust summer performance falls from July onward, exposing deep seasonality in offline demand</vt:lpstr>
      <vt:lpstr>Widespread store inactivity indicates significant over-distribution and clear opportunity for footprint optimisation</vt:lpstr>
      <vt:lpstr>Store performance segmentation highlights distinct clusters for investment, SKU right-sizing, gift-card deployment, and exit</vt:lpstr>
      <vt:lpstr>Distinct velocity tiers call for differentiated operating models to maximise growth and minimise inventory risk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 Murari</dc:creator>
  <cp:lastModifiedBy>Akshaya Murari</cp:lastModifiedBy>
  <cp:revision>1</cp:revision>
  <dcterms:created xsi:type="dcterms:W3CDTF">2025-11-30T06:47:29Z</dcterms:created>
  <dcterms:modified xsi:type="dcterms:W3CDTF">2025-12-12T04:43:04Z</dcterms:modified>
</cp:coreProperties>
</file>